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8e14ddc23466f" /><Relationship Type="http://schemas.openxmlformats.org/officeDocument/2006/relationships/extended-properties" Target="/docProps/app.xml" Id="Rf1aa299e07114ae2" /><Relationship Type="http://schemas.openxmlformats.org/officeDocument/2006/relationships/officeDocument" Target="/ppt/presentation.xml" Id="Rbc62067d995e4f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84b00bbfb47d4"/>
  </p:sldMasterIdLst>
  <p:notesMasterIdLst>
    <p:notesMasterId xmlns:r="http://schemas.openxmlformats.org/officeDocument/2006/relationships" r:id="R377165ebcaa24e35"/>
  </p:notesMasterIdLst>
  <p:sldIdLst>
    <p:sldId xmlns:r="http://schemas.openxmlformats.org/officeDocument/2006/relationships" id="256" r:id="Rd14f70b47e3e48c1"/>
    <p:sldId xmlns:r="http://schemas.openxmlformats.org/officeDocument/2006/relationships" id="257" r:id="R77cfa324b3ee4ddc"/>
    <p:sldId xmlns:r="http://schemas.openxmlformats.org/officeDocument/2006/relationships" id="258" r:id="R4fe9f47c988e444b"/>
    <p:sldId xmlns:r="http://schemas.openxmlformats.org/officeDocument/2006/relationships" id="259" r:id="R57a7ff75cc8d4f34"/>
    <p:sldId xmlns:r="http://schemas.openxmlformats.org/officeDocument/2006/relationships" id="260" r:id="Rebcb93ab39194ed3"/>
    <p:sldId xmlns:r="http://schemas.openxmlformats.org/officeDocument/2006/relationships" id="261" r:id="R31dc1ef53e61457f"/>
    <p:sldId xmlns:r="http://schemas.openxmlformats.org/officeDocument/2006/relationships" id="262" r:id="R1f6120460793403e"/>
    <p:sldId xmlns:r="http://schemas.openxmlformats.org/officeDocument/2006/relationships" id="263" r:id="R45fec96f798e48df"/>
    <p:sldId xmlns:r="http://schemas.openxmlformats.org/officeDocument/2006/relationships" id="264" r:id="Rbc3736cc97504395"/>
    <p:sldId xmlns:r="http://schemas.openxmlformats.org/officeDocument/2006/relationships" id="265" r:id="R01c9c3bf9eac4261"/>
    <p:sldId xmlns:r="http://schemas.openxmlformats.org/officeDocument/2006/relationships" id="266" r:id="R11edd802aac54eaa"/>
    <p:sldId xmlns:r="http://schemas.openxmlformats.org/officeDocument/2006/relationships" id="267" r:id="R4f310ca7566d42aa"/>
    <p:sldId xmlns:r="http://schemas.openxmlformats.org/officeDocument/2006/relationships" id="268" r:id="R612f8d7d7a5146dd"/>
    <p:sldId xmlns:r="http://schemas.openxmlformats.org/officeDocument/2006/relationships" id="269" r:id="Ree704e1356d74e5e"/>
    <p:sldId xmlns:r="http://schemas.openxmlformats.org/officeDocument/2006/relationships" id="270" r:id="R9d1ca967b0c24357"/>
    <p:sldId xmlns:r="http://schemas.openxmlformats.org/officeDocument/2006/relationships" id="271" r:id="Rce9728c4aaa34cfa"/>
    <p:sldId xmlns:r="http://schemas.openxmlformats.org/officeDocument/2006/relationships" id="272" r:id="R12bec8d07ce145f2"/>
    <p:sldId xmlns:r="http://schemas.openxmlformats.org/officeDocument/2006/relationships" id="273" r:id="Re52a1a81e1eb4c0a"/>
    <p:sldId xmlns:r="http://schemas.openxmlformats.org/officeDocument/2006/relationships" id="274" r:id="R677880f7206b4ac8"/>
    <p:sldId xmlns:r="http://schemas.openxmlformats.org/officeDocument/2006/relationships" id="275" r:id="R9ad5d44c4bba4f5b"/>
    <p:sldId xmlns:r="http://schemas.openxmlformats.org/officeDocument/2006/relationships" id="276" r:id="R65a7ab287e03404d"/>
    <p:sldId xmlns:r="http://schemas.openxmlformats.org/officeDocument/2006/relationships" id="277" r:id="R85e8b0f04fb44da6"/>
    <p:sldId xmlns:r="http://schemas.openxmlformats.org/officeDocument/2006/relationships" id="278" r:id="Re75e48aa6a414838"/>
    <p:sldId xmlns:r="http://schemas.openxmlformats.org/officeDocument/2006/relationships" id="279" r:id="Rb5aec3dbbf6247d2"/>
    <p:sldId xmlns:r="http://schemas.openxmlformats.org/officeDocument/2006/relationships" id="280" r:id="R97183551a02f4cae"/>
    <p:sldId xmlns:r="http://schemas.openxmlformats.org/officeDocument/2006/relationships" id="281" r:id="Rda74f0dea3ae4f02"/>
    <p:sldId xmlns:r="http://schemas.openxmlformats.org/officeDocument/2006/relationships" id="282" r:id="R5b8039f089984e0c"/>
    <p:sldId xmlns:r="http://schemas.openxmlformats.org/officeDocument/2006/relationships" id="283" r:id="R8d4a054bafdd4113"/>
    <p:sldId xmlns:r="http://schemas.openxmlformats.org/officeDocument/2006/relationships" id="284" r:id="R02da475a44044780"/>
    <p:sldId xmlns:r="http://schemas.openxmlformats.org/officeDocument/2006/relationships" id="285" r:id="Rc65af8d4b0154ddc"/>
    <p:sldId xmlns:r="http://schemas.openxmlformats.org/officeDocument/2006/relationships" id="286" r:id="Rc27423b11a634ab2"/>
    <p:sldId xmlns:r="http://schemas.openxmlformats.org/officeDocument/2006/relationships" id="287" r:id="R9bb82bd562674828"/>
    <p:sldId xmlns:r="http://schemas.openxmlformats.org/officeDocument/2006/relationships" id="288" r:id="Ra43900867dac4e53"/>
    <p:sldId xmlns:r="http://schemas.openxmlformats.org/officeDocument/2006/relationships" id="289" r:id="R641ab16acf6249db"/>
    <p:sldId xmlns:r="http://schemas.openxmlformats.org/officeDocument/2006/relationships" id="290" r:id="R40383bd879d944eb"/>
    <p:sldId xmlns:r="http://schemas.openxmlformats.org/officeDocument/2006/relationships" id="291" r:id="R84e629cb5d654b2c"/>
    <p:sldId xmlns:r="http://schemas.openxmlformats.org/officeDocument/2006/relationships" id="292" r:id="Rc14bb519a9b3454d"/>
    <p:sldId xmlns:r="http://schemas.openxmlformats.org/officeDocument/2006/relationships" id="293" r:id="R9634710f56d44309"/>
    <p:sldId xmlns:r="http://schemas.openxmlformats.org/officeDocument/2006/relationships" id="294" r:id="Rcc83fdeee6334d82"/>
    <p:sldId xmlns:r="http://schemas.openxmlformats.org/officeDocument/2006/relationships" id="295" r:id="R8dae5c7dc3a140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0fc6ea9084b2e" /><Relationship Type="http://schemas.openxmlformats.org/officeDocument/2006/relationships/slideMaster" Target="/ppt/slideMasters/slideMaster1.xml" Id="R1d784b00bbfb47d4" /><Relationship Type="http://schemas.openxmlformats.org/officeDocument/2006/relationships/notesMaster" Target="/ppt/notesMasters/notesMaster1.xml" Id="R377165ebcaa24e35" /><Relationship Type="http://schemas.openxmlformats.org/officeDocument/2006/relationships/presProps" Target="/ppt/presProps.xml" Id="Rf39e08bafb984b20" /><Relationship Type="http://schemas.openxmlformats.org/officeDocument/2006/relationships/tableStyles" Target="/ppt/tableStyles.xml" Id="R9bf2fa4091194e0d" /><Relationship Type="http://schemas.openxmlformats.org/officeDocument/2006/relationships/slide" Target="/ppt/slides/slide1.xml" Id="Rd14f70b47e3e48c1" /><Relationship Type="http://schemas.openxmlformats.org/officeDocument/2006/relationships/slide" Target="/ppt/slides/slide2.xml" Id="R77cfa324b3ee4ddc" /><Relationship Type="http://schemas.openxmlformats.org/officeDocument/2006/relationships/slide" Target="/ppt/slides/slide3.xml" Id="R4fe9f47c988e444b" /><Relationship Type="http://schemas.openxmlformats.org/officeDocument/2006/relationships/slide" Target="/ppt/slides/slide4.xml" Id="R57a7ff75cc8d4f34" /><Relationship Type="http://schemas.openxmlformats.org/officeDocument/2006/relationships/slide" Target="/ppt/slides/slide5.xml" Id="Rebcb93ab39194ed3" /><Relationship Type="http://schemas.openxmlformats.org/officeDocument/2006/relationships/slide" Target="/ppt/slides/slide6.xml" Id="R31dc1ef53e61457f" /><Relationship Type="http://schemas.openxmlformats.org/officeDocument/2006/relationships/slide" Target="/ppt/slides/slide7.xml" Id="R1f6120460793403e" /><Relationship Type="http://schemas.openxmlformats.org/officeDocument/2006/relationships/slide" Target="/ppt/slides/slide8.xml" Id="R45fec96f798e48df" /><Relationship Type="http://schemas.openxmlformats.org/officeDocument/2006/relationships/slide" Target="/ppt/slides/slide9.xml" Id="Rbc3736cc97504395" /><Relationship Type="http://schemas.openxmlformats.org/officeDocument/2006/relationships/slide" Target="/ppt/slides/slide10.xml" Id="R01c9c3bf9eac4261" /><Relationship Type="http://schemas.openxmlformats.org/officeDocument/2006/relationships/slide" Target="/ppt/slides/slide11.xml" Id="R11edd802aac54eaa" /><Relationship Type="http://schemas.openxmlformats.org/officeDocument/2006/relationships/slide" Target="/ppt/slides/slide12.xml" Id="R4f310ca7566d42aa" /><Relationship Type="http://schemas.openxmlformats.org/officeDocument/2006/relationships/slide" Target="/ppt/slides/slide13.xml" Id="R612f8d7d7a5146dd" /><Relationship Type="http://schemas.openxmlformats.org/officeDocument/2006/relationships/slide" Target="/ppt/slides/slide14.xml" Id="Ree704e1356d74e5e" /><Relationship Type="http://schemas.openxmlformats.org/officeDocument/2006/relationships/slide" Target="/ppt/slides/slide15.xml" Id="R9d1ca967b0c24357" /><Relationship Type="http://schemas.openxmlformats.org/officeDocument/2006/relationships/slide" Target="/ppt/slides/slide16.xml" Id="Rce9728c4aaa34cfa" /><Relationship Type="http://schemas.openxmlformats.org/officeDocument/2006/relationships/slide" Target="/ppt/slides/slide17.xml" Id="R12bec8d07ce145f2" /><Relationship Type="http://schemas.openxmlformats.org/officeDocument/2006/relationships/slide" Target="/ppt/slides/slide18.xml" Id="Re52a1a81e1eb4c0a" /><Relationship Type="http://schemas.openxmlformats.org/officeDocument/2006/relationships/slide" Target="/ppt/slides/slide19.xml" Id="R677880f7206b4ac8" /><Relationship Type="http://schemas.openxmlformats.org/officeDocument/2006/relationships/slide" Target="/ppt/slides/slide20.xml" Id="R9ad5d44c4bba4f5b" /><Relationship Type="http://schemas.openxmlformats.org/officeDocument/2006/relationships/slide" Target="/ppt/slides/slide21.xml" Id="R65a7ab287e03404d" /><Relationship Type="http://schemas.openxmlformats.org/officeDocument/2006/relationships/slide" Target="/ppt/slides/slide22.xml" Id="R85e8b0f04fb44da6" /><Relationship Type="http://schemas.openxmlformats.org/officeDocument/2006/relationships/slide" Target="/ppt/slides/slide23.xml" Id="Re75e48aa6a414838" /><Relationship Type="http://schemas.openxmlformats.org/officeDocument/2006/relationships/slide" Target="/ppt/slides/slide24.xml" Id="Rb5aec3dbbf6247d2" /><Relationship Type="http://schemas.openxmlformats.org/officeDocument/2006/relationships/slide" Target="/ppt/slides/slide25.xml" Id="R97183551a02f4cae" /><Relationship Type="http://schemas.openxmlformats.org/officeDocument/2006/relationships/slide" Target="/ppt/slides/slide26.xml" Id="Rda74f0dea3ae4f02" /><Relationship Type="http://schemas.openxmlformats.org/officeDocument/2006/relationships/slide" Target="/ppt/slides/slide27.xml" Id="R5b8039f089984e0c" /><Relationship Type="http://schemas.openxmlformats.org/officeDocument/2006/relationships/slide" Target="/ppt/slides/slide28.xml" Id="R8d4a054bafdd4113" /><Relationship Type="http://schemas.openxmlformats.org/officeDocument/2006/relationships/slide" Target="/ppt/slides/slide29.xml" Id="R02da475a44044780" /><Relationship Type="http://schemas.openxmlformats.org/officeDocument/2006/relationships/slide" Target="/ppt/slides/slide30.xml" Id="Rc65af8d4b0154ddc" /><Relationship Type="http://schemas.openxmlformats.org/officeDocument/2006/relationships/slide" Target="/ppt/slides/slide31.xml" Id="Rc27423b11a634ab2" /><Relationship Type="http://schemas.openxmlformats.org/officeDocument/2006/relationships/slide" Target="/ppt/slides/slide32.xml" Id="R9bb82bd562674828" /><Relationship Type="http://schemas.openxmlformats.org/officeDocument/2006/relationships/slide" Target="/ppt/slides/slide33.xml" Id="Ra43900867dac4e53" /><Relationship Type="http://schemas.openxmlformats.org/officeDocument/2006/relationships/slide" Target="/ppt/slides/slide34.xml" Id="R641ab16acf6249db" /><Relationship Type="http://schemas.openxmlformats.org/officeDocument/2006/relationships/slide" Target="/ppt/slides/slide35.xml" Id="R40383bd879d944eb" /><Relationship Type="http://schemas.openxmlformats.org/officeDocument/2006/relationships/slide" Target="/ppt/slides/slide36.xml" Id="R84e629cb5d654b2c" /><Relationship Type="http://schemas.openxmlformats.org/officeDocument/2006/relationships/slide" Target="/ppt/slides/slide37.xml" Id="Rc14bb519a9b3454d" /><Relationship Type="http://schemas.openxmlformats.org/officeDocument/2006/relationships/slide" Target="/ppt/slides/slide38.xml" Id="R9634710f56d44309" /><Relationship Type="http://schemas.openxmlformats.org/officeDocument/2006/relationships/slide" Target="/ppt/slides/slide39.xml" Id="Rcc83fdeee6334d82" /><Relationship Type="http://schemas.openxmlformats.org/officeDocument/2006/relationships/slide" Target="/ppt/slides/slide40.xml" Id="R8dae5c7dc3a140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7e950b57e2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5f77222b674320" /><Relationship Type="http://schemas.openxmlformats.org/officeDocument/2006/relationships/notesMaster" Target="/ppt/notesMasters/notesMaster1.xml" Id="R64e18e9b4b8d49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e4c62936c4db3" /><Relationship Type="http://schemas.openxmlformats.org/officeDocument/2006/relationships/notesMaster" Target="/ppt/notesMasters/notesMaster1.xml" Id="Rd2d3c736086744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16460d288543e6" /><Relationship Type="http://schemas.openxmlformats.org/officeDocument/2006/relationships/notesMaster" Target="/ppt/notesMasters/notesMaster1.xml" Id="R88555034d8b841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01d76a6d54ef5" /><Relationship Type="http://schemas.openxmlformats.org/officeDocument/2006/relationships/notesMaster" Target="/ppt/notesMasters/notesMaster1.xml" Id="Rf09bc0ed45b0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5f4dd17b664f80" /><Relationship Type="http://schemas.openxmlformats.org/officeDocument/2006/relationships/notesMaster" Target="/ppt/notesMasters/notesMaster1.xml" Id="R56844595bd2c4d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f33691819e416e" /><Relationship Type="http://schemas.openxmlformats.org/officeDocument/2006/relationships/notesMaster" Target="/ppt/notesMasters/notesMaster1.xml" Id="R4fb3f246a15247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ed02ac9454f3d" /><Relationship Type="http://schemas.openxmlformats.org/officeDocument/2006/relationships/notesMaster" Target="/ppt/notesMasters/notesMaster1.xml" Id="R2d697223003b40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f9cb9214ea4273" /><Relationship Type="http://schemas.openxmlformats.org/officeDocument/2006/relationships/notesMaster" Target="/ppt/notesMasters/notesMaster1.xml" Id="R5510812c695e49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fd6a9da9784943" /><Relationship Type="http://schemas.openxmlformats.org/officeDocument/2006/relationships/notesMaster" Target="/ppt/notesMasters/notesMaster1.xml" Id="Ra6a3bd7c0c4947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72921e17c411f" /><Relationship Type="http://schemas.openxmlformats.org/officeDocument/2006/relationships/notesMaster" Target="/ppt/notesMasters/notesMaster1.xml" Id="R861b6c64826543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0788e63bc64766" /><Relationship Type="http://schemas.openxmlformats.org/officeDocument/2006/relationships/notesMaster" Target="/ppt/notesMasters/notesMaster1.xml" Id="R16ccec579d0241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f112edf6264ecb" /><Relationship Type="http://schemas.openxmlformats.org/officeDocument/2006/relationships/notesMaster" Target="/ppt/notesMasters/notesMaster1.xml" Id="R93624a6014fd49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4e81bcd2414b1a" /><Relationship Type="http://schemas.openxmlformats.org/officeDocument/2006/relationships/notesMaster" Target="/ppt/notesMasters/notesMaster1.xml" Id="Rb6e24408c10846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9eda2966d54367" /><Relationship Type="http://schemas.openxmlformats.org/officeDocument/2006/relationships/notesMaster" Target="/ppt/notesMasters/notesMaster1.xml" Id="R5d5a509deac944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ddf7a70bc64734" /><Relationship Type="http://schemas.openxmlformats.org/officeDocument/2006/relationships/notesMaster" Target="/ppt/notesMasters/notesMaster1.xml" Id="Recbbff20441f40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4cb7104e9241cc" /><Relationship Type="http://schemas.openxmlformats.org/officeDocument/2006/relationships/notesMaster" Target="/ppt/notesMasters/notesMaster1.xml" Id="R7888543688744e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db2558777c4baf" /><Relationship Type="http://schemas.openxmlformats.org/officeDocument/2006/relationships/notesMaster" Target="/ppt/notesMasters/notesMaster1.xml" Id="R1c884bf95f674c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7373737b36497a" /><Relationship Type="http://schemas.openxmlformats.org/officeDocument/2006/relationships/notesMaster" Target="/ppt/notesMasters/notesMaster1.xml" Id="R9735951e81b247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ab42d64af94145" /><Relationship Type="http://schemas.openxmlformats.org/officeDocument/2006/relationships/notesMaster" Target="/ppt/notesMasters/notesMaster1.xml" Id="Rf20bb105bff943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d25d1f64a74f1e" /><Relationship Type="http://schemas.openxmlformats.org/officeDocument/2006/relationships/notesMaster" Target="/ppt/notesMasters/notesMaster1.xml" Id="R9681f68847fe46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dc196eb35e4551" /><Relationship Type="http://schemas.openxmlformats.org/officeDocument/2006/relationships/notesMaster" Target="/ppt/notesMasters/notesMaster1.xml" Id="R7bb21a04da1544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e85ed1ac7544e8" /><Relationship Type="http://schemas.openxmlformats.org/officeDocument/2006/relationships/notesMaster" Target="/ppt/notesMasters/notesMaster1.xml" Id="R2946b687a5784b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4f39cdf8614ce5" /><Relationship Type="http://schemas.openxmlformats.org/officeDocument/2006/relationships/notesMaster" Target="/ppt/notesMasters/notesMaster1.xml" Id="Rdaf5d442dc7646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bc5877e5774401" /><Relationship Type="http://schemas.openxmlformats.org/officeDocument/2006/relationships/notesMaster" Target="/ppt/notesMasters/notesMaster1.xml" Id="R3036541280b749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f057819b194e60" /><Relationship Type="http://schemas.openxmlformats.org/officeDocument/2006/relationships/notesMaster" Target="/ppt/notesMasters/notesMaster1.xml" Id="R980da07f60f74c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251fcc158c4a14" /><Relationship Type="http://schemas.openxmlformats.org/officeDocument/2006/relationships/notesMaster" Target="/ppt/notesMasters/notesMaster1.xml" Id="R0e63d81eae8545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7410207f78f4f8d" /><Relationship Type="http://schemas.openxmlformats.org/officeDocument/2006/relationships/notesMaster" Target="/ppt/notesMasters/notesMaster1.xml" Id="Racea2214f52e43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a26cc5c59e244c9" /><Relationship Type="http://schemas.openxmlformats.org/officeDocument/2006/relationships/notesMaster" Target="/ppt/notesMasters/notesMaster1.xml" Id="R4ceeeecdaf014e1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49288d3cb1348c9" /><Relationship Type="http://schemas.openxmlformats.org/officeDocument/2006/relationships/notesMaster" Target="/ppt/notesMasters/notesMaster1.xml" Id="R95504c694f4049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f29d1c852c84df2" /><Relationship Type="http://schemas.openxmlformats.org/officeDocument/2006/relationships/notesMaster" Target="/ppt/notesMasters/notesMaster1.xml" Id="R531c48ccfb72441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39b67f20b0345bc" /><Relationship Type="http://schemas.openxmlformats.org/officeDocument/2006/relationships/notesMaster" Target="/ppt/notesMasters/notesMaster1.xml" Id="R123e1aaad77a41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4c861251894198" /><Relationship Type="http://schemas.openxmlformats.org/officeDocument/2006/relationships/notesMaster" Target="/ppt/notesMasters/notesMaster1.xml" Id="R9238142b339b424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9427001288c4122" /><Relationship Type="http://schemas.openxmlformats.org/officeDocument/2006/relationships/notesMaster" Target="/ppt/notesMasters/notesMaster1.xml" Id="Rd20aa7e136224cb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60d06111f1842d6" /><Relationship Type="http://schemas.openxmlformats.org/officeDocument/2006/relationships/notesMaster" Target="/ppt/notesMasters/notesMaster1.xml" Id="R3427eba9213148d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91ba37f4e14d35" /><Relationship Type="http://schemas.openxmlformats.org/officeDocument/2006/relationships/notesMaster" Target="/ppt/notesMasters/notesMaster1.xml" Id="R0f510633400d4a3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96bb00a758245db" /><Relationship Type="http://schemas.openxmlformats.org/officeDocument/2006/relationships/notesMaster" Target="/ppt/notesMasters/notesMaster1.xml" Id="R95ea0cf1f7894b0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9315f7a16b94d52" /><Relationship Type="http://schemas.openxmlformats.org/officeDocument/2006/relationships/notesMaster" Target="/ppt/notesMasters/notesMaster1.xml" Id="Rd3e7d94100f04e7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96313bc7b6d402d" /><Relationship Type="http://schemas.openxmlformats.org/officeDocument/2006/relationships/notesMaster" Target="/ppt/notesMasters/notesMaster1.xml" Id="R160dfc36e8ca48d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7575abd8904d2b" /><Relationship Type="http://schemas.openxmlformats.org/officeDocument/2006/relationships/notesMaster" Target="/ppt/notesMasters/notesMaster1.xml" Id="Rd6a54cdd7965422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822d98b2efa4cad" /><Relationship Type="http://schemas.openxmlformats.org/officeDocument/2006/relationships/notesMaster" Target="/ppt/notesMasters/notesMaster1.xml" Id="Ra357d5c1c43943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736ecd6624a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e3766544b14a09" /><Relationship Type="http://schemas.openxmlformats.org/officeDocument/2006/relationships/slideLayout" Target="/ppt/slideLayouts/slideLayout1.xml" Id="Rff6208b731bb4b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208b731bb4b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b544789c34122" /><Relationship Type="http://schemas.openxmlformats.org/officeDocument/2006/relationships/image" Target="/ppt/media/image.png" Id="R37fa55b483f84326" /><Relationship Type="http://schemas.openxmlformats.org/officeDocument/2006/relationships/notesSlide" Target="/ppt/notesSlides/notesSlide1.xml" Id="Rc207bd48638042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a5096b14a4189" /><Relationship Type="http://schemas.openxmlformats.org/officeDocument/2006/relationships/notesSlide" Target="/ppt/notesSlides/notesSlide2.xml" Id="R5e5d5734024646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51bbcf65949ed" /><Relationship Type="http://schemas.openxmlformats.org/officeDocument/2006/relationships/notesSlide" Target="/ppt/notesSlides/notesSlide3.xml" Id="R2452ed0efc7340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c35dba1684da9" /><Relationship Type="http://schemas.openxmlformats.org/officeDocument/2006/relationships/notesSlide" Target="/ppt/notesSlides/notesSlide4.xml" Id="Rf0ab9f5dc75844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3e449b9e341db" /><Relationship Type="http://schemas.openxmlformats.org/officeDocument/2006/relationships/notesSlide" Target="/ppt/notesSlides/notesSlide5.xml" Id="Rb3e235102e61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bba70b4394237" /><Relationship Type="http://schemas.openxmlformats.org/officeDocument/2006/relationships/notesSlide" Target="/ppt/notesSlides/notesSlide6.xml" Id="Re2904c8852e042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1fa7599f845b1" /><Relationship Type="http://schemas.openxmlformats.org/officeDocument/2006/relationships/notesSlide" Target="/ppt/notesSlides/notesSlide7.xml" Id="R592e9d9515e140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359027bc14f30" /><Relationship Type="http://schemas.openxmlformats.org/officeDocument/2006/relationships/image" Target="/ppt/media/image2.png" Id="Rf0de82e646eb49af" /><Relationship Type="http://schemas.openxmlformats.org/officeDocument/2006/relationships/notesSlide" Target="/ppt/notesSlides/notesSlide8.xml" Id="R69b59561d8d64d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be94b10824897" /><Relationship Type="http://schemas.openxmlformats.org/officeDocument/2006/relationships/notesSlide" Target="/ppt/notesSlides/notesSlide9.xml" Id="R97273b85e22a4c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a587efff8410a" /><Relationship Type="http://schemas.openxmlformats.org/officeDocument/2006/relationships/notesSlide" Target="/ppt/notesSlides/notesSlide10.xml" Id="Ra0797dc1f4c34d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9836fdd204fe1" /><Relationship Type="http://schemas.openxmlformats.org/officeDocument/2006/relationships/notesSlide" Target="/ppt/notesSlides/notesSlide11.xml" Id="Rf0563c64b0644f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cdad9d6ae4541" /><Relationship Type="http://schemas.openxmlformats.org/officeDocument/2006/relationships/notesSlide" Target="/ppt/notesSlides/notesSlide12.xml" Id="Rbc998e80e7b945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6d8f8cbba4a7c" /><Relationship Type="http://schemas.openxmlformats.org/officeDocument/2006/relationships/notesSlide" Target="/ppt/notesSlides/notesSlide13.xml" Id="R22c0c61bc18d4e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a583f59084e28" /><Relationship Type="http://schemas.openxmlformats.org/officeDocument/2006/relationships/notesSlide" Target="/ppt/notesSlides/notesSlide14.xml" Id="Rb3fb72f667df4d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68461e3c2481c" /><Relationship Type="http://schemas.openxmlformats.org/officeDocument/2006/relationships/notesSlide" Target="/ppt/notesSlides/notesSlide15.xml" Id="R8cdc47d3d5bd4f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e3374b9b44ee8" /><Relationship Type="http://schemas.openxmlformats.org/officeDocument/2006/relationships/notesSlide" Target="/ppt/notesSlides/notesSlide16.xml" Id="R8cc66d2741e746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9767090b84ce4" /><Relationship Type="http://schemas.openxmlformats.org/officeDocument/2006/relationships/notesSlide" Target="/ppt/notesSlides/notesSlide17.xml" Id="Rc9ae95fda4ce45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81c254659402a" /><Relationship Type="http://schemas.openxmlformats.org/officeDocument/2006/relationships/notesSlide" Target="/ppt/notesSlides/notesSlide18.xml" Id="R3a407d18a5de43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96401535a4da5" /><Relationship Type="http://schemas.openxmlformats.org/officeDocument/2006/relationships/notesSlide" Target="/ppt/notesSlides/notesSlide19.xml" Id="Rc358d6e98c1341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f0c5030ad450f" /><Relationship Type="http://schemas.openxmlformats.org/officeDocument/2006/relationships/notesSlide" Target="/ppt/notesSlides/notesSlide20.xml" Id="Rf36fee4df38144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723927c024f97" /><Relationship Type="http://schemas.openxmlformats.org/officeDocument/2006/relationships/notesSlide" Target="/ppt/notesSlides/notesSlide21.xml" Id="R4e01a822eb9f47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731fd3b164d6e" /><Relationship Type="http://schemas.openxmlformats.org/officeDocument/2006/relationships/notesSlide" Target="/ppt/notesSlides/notesSlide22.xml" Id="R544e014bde614b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7a304890945b6" /><Relationship Type="http://schemas.openxmlformats.org/officeDocument/2006/relationships/notesSlide" Target="/ppt/notesSlides/notesSlide23.xml" Id="R8eff263b919e426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c19d716f84940" /><Relationship Type="http://schemas.openxmlformats.org/officeDocument/2006/relationships/notesSlide" Target="/ppt/notesSlides/notesSlide24.xml" Id="R78d8e91111d8461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07146e6904502" /><Relationship Type="http://schemas.openxmlformats.org/officeDocument/2006/relationships/notesSlide" Target="/ppt/notesSlides/notesSlide25.xml" Id="R01d8b0dda5fa413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e86bb3cc04c51" /><Relationship Type="http://schemas.openxmlformats.org/officeDocument/2006/relationships/notesSlide" Target="/ppt/notesSlides/notesSlide26.xml" Id="R7ae4ee2cc47044f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4e8c5dafd47ae" /><Relationship Type="http://schemas.openxmlformats.org/officeDocument/2006/relationships/notesSlide" Target="/ppt/notesSlides/notesSlide27.xml" Id="R33acc7b13d1643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7ec5d09b24079" /><Relationship Type="http://schemas.openxmlformats.org/officeDocument/2006/relationships/image" Target="/ppt/media/image3.png" Id="R416e2bf8cc144d4c" /><Relationship Type="http://schemas.openxmlformats.org/officeDocument/2006/relationships/notesSlide" Target="/ppt/notesSlides/notesSlide28.xml" Id="R836714a08a8949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1e5bdc4d24ee0" /><Relationship Type="http://schemas.openxmlformats.org/officeDocument/2006/relationships/notesSlide" Target="/ppt/notesSlides/notesSlide29.xml" Id="Ra12e822965e34e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e109a35e345ba" /><Relationship Type="http://schemas.openxmlformats.org/officeDocument/2006/relationships/notesSlide" Target="/ppt/notesSlides/notesSlide30.xml" Id="R632ed2d2942d4ec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19b7096b040e2" /><Relationship Type="http://schemas.openxmlformats.org/officeDocument/2006/relationships/notesSlide" Target="/ppt/notesSlides/notesSlide31.xml" Id="R06fb4c9abc31436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24c5cd68049dc" /><Relationship Type="http://schemas.openxmlformats.org/officeDocument/2006/relationships/notesSlide" Target="/ppt/notesSlides/notesSlide32.xml" Id="R0bd9768d890f47b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83351403b48eb" /><Relationship Type="http://schemas.openxmlformats.org/officeDocument/2006/relationships/image" Target="/ppt/media/image4.png" Id="Rcf23f3102d484e5e" /><Relationship Type="http://schemas.openxmlformats.org/officeDocument/2006/relationships/notesSlide" Target="/ppt/notesSlides/notesSlide33.xml" Id="Rceea3c0be383473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5707d08f446c6" /><Relationship Type="http://schemas.openxmlformats.org/officeDocument/2006/relationships/notesSlide" Target="/ppt/notesSlides/notesSlide34.xml" Id="R4b3f0d9ea23c42d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888f1b1bb4dda" /><Relationship Type="http://schemas.openxmlformats.org/officeDocument/2006/relationships/notesSlide" Target="/ppt/notesSlides/notesSlide35.xml" Id="Rcb1ecead7e0d4df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4ef0400bc4ce7" /><Relationship Type="http://schemas.openxmlformats.org/officeDocument/2006/relationships/notesSlide" Target="/ppt/notesSlides/notesSlide36.xml" Id="R38b6f56fb130452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72edbf0074b05" /><Relationship Type="http://schemas.openxmlformats.org/officeDocument/2006/relationships/notesSlide" Target="/ppt/notesSlides/notesSlide37.xml" Id="Rc553f7683d22478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70f1aa9814a34" /><Relationship Type="http://schemas.openxmlformats.org/officeDocument/2006/relationships/notesSlide" Target="/ppt/notesSlides/notesSlide38.xml" Id="Rfe0ba9eeff834d4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9a9357c11401d" /><Relationship Type="http://schemas.openxmlformats.org/officeDocument/2006/relationships/notesSlide" Target="/ppt/notesSlides/notesSlide39.xml" Id="Rbca3f5ae62d6456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a5ff898f0413c" /><Relationship Type="http://schemas.openxmlformats.org/officeDocument/2006/relationships/notesSlide" Target="/ppt/notesSlides/notesSlide40.xml" Id="R59d9576af2be4b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B2DC6-54BC-49FC-AD8C-8A986BCE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966CD-9BFC-4739-8427-E03135CF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01 / 40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a55b483f84326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1A6F7-A49C-40BF-8E69-9CE6074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SESIÓN 1C</a:t>
            </a:r>
          </a:p>
          <a:p xmlns:a="http://schemas.openxmlformats.org/drawingml/2006/main">
            <a:pPr>
              <a:def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CRECIMIENTO Y BÚSQUEDA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047C5-AB21-40CB-A0B3-EEDACA68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A3EC2-8BB4-4D29-A2D0-67338B35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De los conteos exactos a los patrones que explican qué ocurre cuando la entrada crece.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Análisis y Diseño de Algoritmos · 90 minutos</a:t>
            </a:r>
          </a:p>
        </p:txBody>
      </p:sp>
    </p:spTree>
    <p:extLst>
      <p:ext uri="{BB962C8B-B14F-4D97-AF65-F5344CB8AC3E}">
        <p14:creationId xmlns:p14="http://schemas.microsoft.com/office/powerpoint/2010/main" val="1549222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52CA1-2042-4A09-BE23-2495C3EB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C38F7-E120-46CD-A991-69AA0FC6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E7CDD-C09F-47DF-9D65-27A85C7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PREGUNTA DE LA SESIÓN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568C4-286E-4682-B4B0-3905BEA7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58C13-7FDB-44C6-9276-473425A3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Si dos algoritmos funcionan y sus tiempos dependen del equipo, ¿cómo anticipamos cuál seguirá siendo viable cuando n aumente diez, cien o un millón de veces?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Hoy construiremos una primera respuesta mediante funciones y búsqueda.</a:t>
            </a:r>
          </a:p>
        </p:txBody>
      </p:sp>
    </p:spTree>
    <p:extLst>
      <p:ext uri="{BB962C8B-B14F-4D97-AF65-F5344CB8AC3E}">
        <p14:creationId xmlns:p14="http://schemas.microsoft.com/office/powerpoint/2010/main" val="527650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1C199-BBD9-4398-B074-1CC289E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4834D-AE38-4DB4-A983-A3CC768D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32E65-1FAB-4766-8B43-E760752B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META DE APRENDIZAJE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17B5E-08CA-4F39-831C-44C8822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18F19-0379-4D69-897D-9C92B16A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terminar podrás: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reconocer patrones de crecimiento;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analizar el efecto de duplicar n;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distinguir constantes y términos dominantes;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interpretar Θ, O y Ω de forma inicial;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explicar la ventaja de descartar la mitad.</a:t>
            </a:r>
          </a:p>
        </p:txBody>
      </p:sp>
    </p:spTree>
    <p:extLst>
      <p:ext uri="{BB962C8B-B14F-4D97-AF65-F5344CB8AC3E}">
        <p14:creationId xmlns:p14="http://schemas.microsoft.com/office/powerpoint/2010/main" val="62070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DCA1E-988D-4C9C-A903-4BB05D91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0A80A-AF66-4766-B3AF-C9EB4F1D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5104F-6E3C-420D-AC24-166C73B4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RUTA DE 90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D5D17-D134-451E-A23E-F1D4411A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45FAB-DD2C-40A2-A6CA-0F4183ED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Carrera de funciones · 25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Constantes y términos dominantes · 15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Reto de búsqueda humana · 25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Notación asintótica inicial · 15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Transferencia y cierre · 10 min</a:t>
            </a:r>
          </a:p>
        </p:txBody>
      </p:sp>
    </p:spTree>
    <p:extLst>
      <p:ext uri="{BB962C8B-B14F-4D97-AF65-F5344CB8AC3E}">
        <p14:creationId xmlns:p14="http://schemas.microsoft.com/office/powerpoint/2010/main" val="1330624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5FAE9-D090-4B1C-8290-CD1A3C50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140A4-210D-4C1B-A32B-2FB6F52E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30C7C-31A1-4D3F-93C6-DF526DE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EVIDENCIAS DE HOY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97C6D-9E62-4B8E-ADE8-935B3CC3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71E51-A95E-44A6-8CEA-FAE97B17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Por pareja: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orden razonado de funciones;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tabla al duplicar n;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trazas de dos búsquedas;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explicación de un patrón de crecimiento.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Individualmente: clasificación y justificación de un caso nuevo.</a:t>
            </a:r>
          </a:p>
        </p:txBody>
      </p:sp>
    </p:spTree>
    <p:extLst>
      <p:ext uri="{BB962C8B-B14F-4D97-AF65-F5344CB8AC3E}">
        <p14:creationId xmlns:p14="http://schemas.microsoft.com/office/powerpoint/2010/main" val="872181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54D49-AB13-4987-A341-AD10A6D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CFF30-1126-4766-8FB0-60E0E16F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FC225-F532-4AF3-9147-D072A2F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ROLES DE LA PAREJA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0DAB-5A07-4D6E-93FE-0D37E79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41596-EE8B-4FDA-A7E5-67632410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Predictor/a: formula la respuesta antes de calcular.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Verificador/a: construye tabla o traza y busca un contraejemplo.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Intercambien roles en cada reto. La respuesta final debe integrar predicción, evidencia y corrección.</a:t>
            </a:r>
          </a:p>
        </p:txBody>
      </p:sp>
    </p:spTree>
    <p:extLst>
      <p:ext uri="{BB962C8B-B14F-4D97-AF65-F5344CB8AC3E}">
        <p14:creationId xmlns:p14="http://schemas.microsoft.com/office/powerpoint/2010/main" val="1676165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2926C-A98F-46F6-A70E-DA30CE63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6FD1D-6D4C-4486-B486-8928D2F6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F2C01-112D-4448-88CB-3FAA6816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CARRERA DE FUNCIONES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9AFD0-1C3D-4C17-8498-893CBCA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0F92-587E-474A-B7B5-BF1B39F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Ordenen de menor a mayor crecimiento esperado: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 · log₂n · n · n log₂n · n² · 2ⁿ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Primero háganlo sin calculadora. Escriban al lado de cada decisión una razón provisional.</a:t>
            </a:r>
          </a:p>
        </p:txBody>
      </p:sp>
    </p:spTree>
    <p:extLst>
      <p:ext uri="{BB962C8B-B14F-4D97-AF65-F5344CB8AC3E}">
        <p14:creationId xmlns:p14="http://schemas.microsoft.com/office/powerpoint/2010/main" val="817292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38FAB-9923-4D83-8171-3AFE7A5E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61060-9F16-4A58-9511-89881762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3A0AF-6430-49E4-B0BB-147B21C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VALORES PARA n=2, 4, 8 Y 16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e82e646eb49af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B897E-33FC-4A1A-868D-27559C6E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Construyan una tabla con una fila por función y una columna por valor de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No busquen únicamente el valor mayor. Observen cuánto cambia cada función cuando n se duplica.</a:t>
            </a:r>
          </a:p>
        </p:txBody>
      </p:sp>
    </p:spTree>
    <p:extLst>
      <p:ext uri="{BB962C8B-B14F-4D97-AF65-F5344CB8AC3E}">
        <p14:creationId xmlns:p14="http://schemas.microsoft.com/office/powerpoint/2010/main" val="1116881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3062B-594D-4F22-926D-ACE36B3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9BAFF-4199-4B53-9ABE-043C25F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89E57-0EAC-411E-B988-EF41B03F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EL EXPERIMENTO DE DUPLICACIÓN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B3BDD-BB81-4744-99E7-A275D3F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BFA83-0B39-46AA-8B1D-0071ED30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cada f(n), calculen: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f(2n) / f(n)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Este cociente responde: ¿por qué factor cambia el costo al duplicar la entrada?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Cuando el cociente no sea constante, describan su tendencia.</a:t>
            </a:r>
          </a:p>
        </p:txBody>
      </p:sp>
    </p:spTree>
    <p:extLst>
      <p:ext uri="{BB962C8B-B14F-4D97-AF65-F5344CB8AC3E}">
        <p14:creationId xmlns:p14="http://schemas.microsoft.com/office/powerpoint/2010/main" val="2781933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A56B9-6DD3-4B81-985A-F36483DB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0FB59-E034-44E5-945B-E8CBA09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99BF5-2FB3-4BF7-95DA-727ECB02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CRECIMIENTO CONSTANTE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09A08-553A-44D5-9318-FB3D1AD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024A9-2020-4E1A-9EBE-150FFE4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f(n)=1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duplicar la entrada: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f(2n)/f(n)=1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costo modelado no depende de n. Esto no significa tiempo cero: significa una cantidad acotada de trabajo bajo el modelo elegido.</a:t>
            </a:r>
          </a:p>
        </p:txBody>
      </p:sp>
    </p:spTree>
    <p:extLst>
      <p:ext uri="{BB962C8B-B14F-4D97-AF65-F5344CB8AC3E}">
        <p14:creationId xmlns:p14="http://schemas.microsoft.com/office/powerpoint/2010/main" val="18918029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4B1AB-2911-4027-9050-891BA045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D6699-E139-4C31-BB8E-4A3AC276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FC256-3CBD-47E5-89E3-74B73F86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CRECIMIENTO LOGARÍTMICO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ED3EB-456B-465D-A25D-A4FB99BF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1D173-58AE-409B-B187-FB3B49FE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f(n)=log₂n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duplicar: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log₂(2n)=log₂n+1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Duplicar la entrada agrega aproximadamente una unidad de trabajo. Este patrón aparece cuando cada operación elimina una fracción constante del problema.</a:t>
            </a:r>
          </a:p>
        </p:txBody>
      </p:sp>
    </p:spTree>
    <p:extLst>
      <p:ext uri="{BB962C8B-B14F-4D97-AF65-F5344CB8AC3E}">
        <p14:creationId xmlns:p14="http://schemas.microsoft.com/office/powerpoint/2010/main" val="18942098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63716-2D0D-4AF2-BE9E-3421D64D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57961-8ECF-4908-86AF-339DAD4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9DE76-95F8-4A74-8423-996C77B6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CRECIMIENTO LINEAL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86D14-AE8F-4701-97F8-09B50676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20DBF-C9C9-4EA3-A632-B4B17DC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f(n)=n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duplicar: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f(2n)=2n=2f(n)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trabajo se duplica. Este patrón aparece cuando se procesa una cantidad constante de trabajo por cada elemento de entrada.</a:t>
            </a:r>
          </a:p>
        </p:txBody>
      </p:sp>
    </p:spTree>
    <p:extLst>
      <p:ext uri="{BB962C8B-B14F-4D97-AF65-F5344CB8AC3E}">
        <p14:creationId xmlns:p14="http://schemas.microsoft.com/office/powerpoint/2010/main" val="20207016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97AD2-9780-484D-A149-13FE664A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18B7C-BEF7-4A01-8167-E4ADB5CD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C4F6C-A1EB-41BA-90D6-74C7174D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CRECIMIENTO n log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C3E9D-418C-415F-AB55-068AD0C8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09F53-F9E4-4DFA-B95B-0FAF0018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f(n)=n log₂n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duplicar: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f(2n)=2n(log₂n+1)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Crece un poco más que el doble. Este patrón aparece en algoritmos que combinan niveles logarítmicos con trabajo lineal por nivel.</a:t>
            </a:r>
          </a:p>
        </p:txBody>
      </p:sp>
    </p:spTree>
    <p:extLst>
      <p:ext uri="{BB962C8B-B14F-4D97-AF65-F5344CB8AC3E}">
        <p14:creationId xmlns:p14="http://schemas.microsoft.com/office/powerpoint/2010/main" val="1943567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5C12B-C9B2-4092-9DBB-3872C76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7378-6CAE-426D-B8CA-91A85FE8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073D4-965F-4A7F-88CD-204697BF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CRECIMIENTO CUADRÁTICO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44943-5148-4917-984A-71EC76C8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753EB-DF41-41D5-A0D9-311E304D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f(n)=n²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duplicar: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f(2n)=(2n)²=4n²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trabajo se cuadruplica. Suele aparecer cuando cada elemento se combina o compara con muchos elementos.</a:t>
            </a:r>
          </a:p>
        </p:txBody>
      </p:sp>
    </p:spTree>
    <p:extLst>
      <p:ext uri="{BB962C8B-B14F-4D97-AF65-F5344CB8AC3E}">
        <p14:creationId xmlns:p14="http://schemas.microsoft.com/office/powerpoint/2010/main" val="15345506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F7F0C-BB74-43D9-9BA5-AFFE4F6E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76738-9B6E-48DD-A562-48A05CAA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7F100-E06B-4CC6-948A-0B3BDD6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CRECIMIENTO EXPONENCIAL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226D7-9A55-4D57-96C9-C2171A66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36D68-00EF-4B4E-B40F-14D1942B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f(n)=2ⁿ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pasar de n a 2n: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2²ⁿ=(2ⁿ)²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Duplicar n no multiplica el costo por una constante: eleva al cuadrado el valor anterior. Entradas moderadas pueden volver inviable el proceso.</a:t>
            </a:r>
          </a:p>
        </p:txBody>
      </p:sp>
    </p:spTree>
    <p:extLst>
      <p:ext uri="{BB962C8B-B14F-4D97-AF65-F5344CB8AC3E}">
        <p14:creationId xmlns:p14="http://schemas.microsoft.com/office/powerpoint/2010/main" val="371354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2FF7B-AF09-411A-84CA-5B61719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1229B-FFAC-4600-9EA7-E037C395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ED3D9-53C3-4ECF-A5AF-7A73A261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REORDENAR CON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74B6A-E4D8-41BB-8B0D-0B28463D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49D1E-4BDA-430D-97E5-F67AB27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Revisen el orden inicial de la carrera.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Por cada cambio escriban: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«Pensábamos ______. La tabla mostró ______. Ahora sostenemos ______ porque al duplicar n ocurre ______.»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Corrijan su predicción con la tabla. Si grafican, revisen unidades, rango de n y escala de ambos ejes antes de interpretar.</a:t>
            </a:r>
          </a:p>
        </p:txBody>
      </p:sp>
    </p:spTree>
    <p:extLst>
      <p:ext uri="{BB962C8B-B14F-4D97-AF65-F5344CB8AC3E}">
        <p14:creationId xmlns:p14="http://schemas.microsoft.com/office/powerpoint/2010/main" val="15843863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00A90-50DC-42D9-959C-D067BBBA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B23EA-CCD5-4B2D-834A-055D162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86CF5-FA74-44A7-8E63-C6E1953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CONSTANTES QUE IMPORTAN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C69BB-1CF7-42E2-9CCD-AD5197A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7ABF5-ED9B-4A75-B573-227604E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Comparen: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T₁(n)=1000n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T₂(n)=n²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n pequeño, n² puede ser menor que 1000n. La clase de crecimiento no decide por sí sola cuál algoritmo gana en todos los tamaños.</a:t>
            </a:r>
          </a:p>
        </p:txBody>
      </p:sp>
    </p:spTree>
    <p:extLst>
      <p:ext uri="{BB962C8B-B14F-4D97-AF65-F5344CB8AC3E}">
        <p14:creationId xmlns:p14="http://schemas.microsoft.com/office/powerpoint/2010/main" val="9227947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F8F1E-8B66-444C-BD00-3669CDB6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3A649-FAC3-4902-A35F-79D2008C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1D026-A4B9-4480-B607-5F0C69AD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PUNTO DE CRUCE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73B6E-7391-4F7C-8135-0F5663AA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DAAEB-989B-4584-9D82-4F59536F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Igualamos: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1000n = n²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Para n&gt;0: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 = 1000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Antes de 1000, el término cuadrático puede resultar menor; después, termina superando al lineal. Compruébenlo con n=100, 1000 y 10 000.</a:t>
            </a:r>
          </a:p>
        </p:txBody>
      </p:sp>
    </p:spTree>
    <p:extLst>
      <p:ext uri="{BB962C8B-B14F-4D97-AF65-F5344CB8AC3E}">
        <p14:creationId xmlns:p14="http://schemas.microsoft.com/office/powerpoint/2010/main" val="10606947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0F3BF-518D-443F-B0A6-1F845CFA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66909-9E93-41C4-AE2C-6DBEC58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39048-A805-4999-AB4E-26F86053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TÉRMINO DOMINANTE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C498B-02C9-471D-9E7F-9518097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30918-3FEC-4B19-A678-6FF82725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Considera: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T(n)=3n²+20n+7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Cuando n crece, el término n² determina el patrón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No estamos diciendo que 20n+7 sea cero; decimos que su influencia relativa disminuye frente a n². Compruébenlo para n=10, 100 y 1000 comparando el aporte de cada término.</a:t>
            </a:r>
          </a:p>
        </p:txBody>
      </p:sp>
    </p:spTree>
    <p:extLst>
      <p:ext uri="{BB962C8B-B14F-4D97-AF65-F5344CB8AC3E}">
        <p14:creationId xmlns:p14="http://schemas.microsoft.com/office/powerpoint/2010/main" val="18323644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6DBA5-E96A-40E6-8EAE-6F0BF2B3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1AA82-7321-478F-BB16-0783428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DF9C0-45B5-43DE-8A1F-6B710F1C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PRIMERA IDEA ASINTÓTICA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D41FD-D6F6-48CA-BA6C-B22FEEB9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D1E43-F2DB-44EB-A49D-E1AF83BB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El análisis asintótico describe cómo crece el costo para entradas suficientemente grandes.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Conserva el patrón dominante y permite comparar algoritmos sin fijar una máquina específica.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No reemplaza las constantes, la memoria, los datos reales ni la medición.</a:t>
            </a:r>
          </a:p>
        </p:txBody>
      </p:sp>
    </p:spTree>
    <p:extLst>
      <p:ext uri="{BB962C8B-B14F-4D97-AF65-F5344CB8AC3E}">
        <p14:creationId xmlns:p14="http://schemas.microsoft.com/office/powerpoint/2010/main" val="4101595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581E6-C425-43C3-889C-D0B85165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F97F-730E-437D-86BB-3BE3C6B7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C15FB-DBBC-494C-9AC2-8C2767C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COTA SUPERIOR | 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21A38-B100-4A6A-BF66-F5470BDD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43A9C-CE13-4B35-BC6A-A38C32D6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T(n) ∈ O(g(n)) significa, de manera inicial, que g(n) sirve como techo de crecimiento multiplicado por alguna constante para n suficientemente grande.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Ejemplo: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3n+7 ∈ O(n)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También pertenece a O(n²), aunque esa cota es menos informativa.</a:t>
            </a:r>
          </a:p>
        </p:txBody>
      </p:sp>
    </p:spTree>
    <p:extLst>
      <p:ext uri="{BB962C8B-B14F-4D97-AF65-F5344CB8AC3E}">
        <p14:creationId xmlns:p14="http://schemas.microsoft.com/office/powerpoint/2010/main" val="18320289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F59B3-0546-4C3C-8623-74A62FE3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82D10-F2FA-48CE-B0D3-73D57539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C7AAC-AC8D-4C07-BD09-08264806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COTA INFERIOR | 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C1AD3-914B-423D-9F14-0821DB2A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312B1-1C05-4C2F-A4C7-65080802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T(n) ∈ Ω(g(n)) significa que g(n), multiplicada por alguna constante positiva, sirve como piso de crecimiento para n suficientemente grande.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Ejemplo: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3n+7 ∈ Ω(n)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La cota inferior no significa automáticamente «mejor caso».</a:t>
            </a:r>
          </a:p>
        </p:txBody>
      </p:sp>
    </p:spTree>
    <p:extLst>
      <p:ext uri="{BB962C8B-B14F-4D97-AF65-F5344CB8AC3E}">
        <p14:creationId xmlns:p14="http://schemas.microsoft.com/office/powerpoint/2010/main" val="8630754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C92E0-1C4E-4A5A-AE54-AB4BAD9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7602B-4B24-4E57-8040-C53683D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960CD-580B-4FCC-9CE0-4F5AB693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COTA AJUSTADA | 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F7F68-18E3-4F46-BF46-98AC2C5E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D1434-23A2-4513-9C99-39517C31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T(n) ∈ Θ(g(n)) cuando g(n) acota el crecimiento por arriba y por abajo, salvo constantes, para n suficientemente grande.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Ejemplo: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3n+7 ∈ Θ(n)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Θ comunica una clase de crecimiento ajustada.</a:t>
            </a:r>
          </a:p>
        </p:txBody>
      </p:sp>
    </p:spTree>
    <p:extLst>
      <p:ext uri="{BB962C8B-B14F-4D97-AF65-F5344CB8AC3E}">
        <p14:creationId xmlns:p14="http://schemas.microsoft.com/office/powerpoint/2010/main" val="11609390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24695-0141-4688-BA46-4292FA86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08D72-AC88-4212-B245-73311594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4A8C0-C19E-4A60-9CAB-B944C2C9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CLASIFICACIÓN RÁPIDA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DC622-1BF0-4167-9DCE-18A6266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5716B-3560-4506-8AA2-11200B99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Propongan una cota Θ para: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8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4log₂n+9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7n+20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n²+1000n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5·2ⁿ+n³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Primero identifiquen el término dominante; después justifiquen por qué los demás pierden influencia relativa.</a:t>
            </a:r>
          </a:p>
        </p:txBody>
      </p:sp>
    </p:spTree>
    <p:extLst>
      <p:ext uri="{BB962C8B-B14F-4D97-AF65-F5344CB8AC3E}">
        <p14:creationId xmlns:p14="http://schemas.microsoft.com/office/powerpoint/2010/main" val="2609095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1B54F-D197-4676-9CC9-CC4C1E0A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D4CDD-E598-46BC-A5FC-C4B07EF6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0D2CE-C882-4C29-9343-473E333E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LO QUE Θ NO NOS 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C0AE6-CB57-4106-A81F-36F454AC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E76F8-F3D6-47B2-9ACC-968EB86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Dos algoritmos Θ(n) pueden diferir 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constantes;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memoria;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acceso a datos;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paralelismo;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lenguaje y compilador;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comportamiento para entradas pequeñas.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notación responde una pregunta específica, no todas.</a:t>
            </a:r>
          </a:p>
        </p:txBody>
      </p:sp>
    </p:spTree>
    <p:extLst>
      <p:ext uri="{BB962C8B-B14F-4D97-AF65-F5344CB8AC3E}">
        <p14:creationId xmlns:p14="http://schemas.microsoft.com/office/powerpoint/2010/main" val="15676782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40B38-3144-4BED-B077-6F204CBC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98F34-D98E-4809-999E-AFFA02F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11E00-47DD-4C99-8157-A977EC6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RETO DE BÚSQUEDA HUMANA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75F25-DC40-42E8-8461-2202D688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A28AF-44DE-4BA8-BF85-F65AD209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Una persona elige en secreto un número presente en una colección ordenada.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otra solo puede preguntar por un valor y recibir: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«menor», «mayor» o «igual».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Objetivo: encontrarlo y contar preguntas.</a:t>
            </a:r>
          </a:p>
        </p:txBody>
      </p:sp>
    </p:spTree>
    <p:extLst>
      <p:ext uri="{BB962C8B-B14F-4D97-AF65-F5344CB8AC3E}">
        <p14:creationId xmlns:p14="http://schemas.microsoft.com/office/powerpoint/2010/main" val="7291261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44873-1260-4FC9-9490-EFE2423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C22A3-EB59-4E90-973B-989E0FD0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A17ED-8404-44C4-B518-6D0FFC33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COLECCIONES DE PRUEBA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CF0B0-EF36-4CC9-8AD4-1C7D8BB0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2A9B8-D594-458D-9B63-E433E406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Realicen el reto con tarjetas ordenadas de: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16 elementos;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32 elementos;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64 elementos.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Antes de comenzar, predigan el máximo de preguntas para dos estrategias: revisar en orden y dividir el intervalo.</a:t>
            </a:r>
          </a:p>
        </p:txBody>
      </p:sp>
    </p:spTree>
    <p:extLst>
      <p:ext uri="{BB962C8B-B14F-4D97-AF65-F5344CB8AC3E}">
        <p14:creationId xmlns:p14="http://schemas.microsoft.com/office/powerpoint/2010/main" val="9072991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73B2A-974B-41F7-AE55-D409B78E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4FD24-F048-4063-A69C-EAB2084C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4FF1C-8271-4FBC-AA13-5A5AFD8C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BÚSQUEDA SECUENCIAL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2bf8cc144d4c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972F1-A070-4EB0-9587-B9A808AD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Estrategia: revisar desde el primer elemento hasta encontrar el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Registren tres escenarios: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objetivo al inicio;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objetivo en el centro;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objetivo al final o ausente.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¿Cuál representa el peor caso?</a:t>
            </a:r>
          </a:p>
        </p:txBody>
      </p:sp>
    </p:spTree>
    <p:extLst>
      <p:ext uri="{BB962C8B-B14F-4D97-AF65-F5344CB8AC3E}">
        <p14:creationId xmlns:p14="http://schemas.microsoft.com/office/powerpoint/2010/main" val="5490922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72863-AD33-4E67-8D3A-6C050D63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2B5F7-D21D-4425-BF9D-0B3FB83C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D4009-579E-44CC-8D23-53DBE19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PSEUDOCÓDIGO SECUENCIAL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00CAB-1904-45E4-9566-AB53FF81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38D96-0760-430B-A49D-1CA1C9A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ALGORITMO buscar_secuencial(A, objetivo)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PARA i ← 1 HASTA longitud(A)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SI A[i] = objetivo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  devolver i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FIN PARA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devolver NO_ENCONTRADO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En el peor caso inspecciona n elementos: Θ(n).</a:t>
            </a:r>
          </a:p>
        </p:txBody>
      </p:sp>
    </p:spTree>
    <p:extLst>
      <p:ext uri="{BB962C8B-B14F-4D97-AF65-F5344CB8AC3E}">
        <p14:creationId xmlns:p14="http://schemas.microsoft.com/office/powerpoint/2010/main" val="38974617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3CEDE-2C2C-4E55-A640-D8CD8230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FFD54-C8C0-44A7-8A3B-8638E10E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B4595-6784-4013-B7F4-4D8247E1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DIVIDIR EL INTERVALO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1CB49-9BEF-41B6-8F62-00DEB7F1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D246C-7F91-4362-849F-A6D75FDC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Estrategia: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inspeccionar el elemento central;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terminar si coincide;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3. conservar solo la mitad donde puede estar el objetivo;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4. repetir.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condición indispensable es que la colección esté ordenada.</a:t>
            </a:r>
          </a:p>
        </p:txBody>
      </p:sp>
    </p:spTree>
    <p:extLst>
      <p:ext uri="{BB962C8B-B14F-4D97-AF65-F5344CB8AC3E}">
        <p14:creationId xmlns:p14="http://schemas.microsoft.com/office/powerpoint/2010/main" val="10218288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E8D9A-BF19-49D2-8879-F440E0DE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0EB36-6D57-47AE-9039-DD6FE90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48A90-B97F-4815-BAE2-E0EE87E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PSEUDOCÓDIGO BINARIO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37773-AAAC-41BF-8624-2075FA7A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1F30F-62C1-4118-B740-4472B131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ALGORITMO buscar_binaria(A, objetivo)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bajo ← 1; alto ← longitud(A)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MIENTRAS bajo ≤ alto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medio ← piso((bajo+alto)/2)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SI A[medio] = objetivo: devolver medio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SI objetivo &lt; A[medio]: alto ← medio-1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EN OTRO CASO: bajo ← medio+1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devolver NO_ENCONTRADO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82496824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6F3AE-0DE9-4745-AF13-56417F5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C8AA6-44A9-40C0-AE8A-6F2C6A1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5B0D1-6F22-4C23-B3E0-3C2538B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TRAZA BINARIA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84CC6-AD78-4F6B-BB2A-AAB3B76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8AD3-DDDF-4EEE-9CD5-F337C18D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32 tarjetas registren: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pregunta | bajo | alto | medio | respuesta | candidatos restantes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Elijan un objetivo cercano a un extremo. Verifiquen que el intervalo disminuya y que el objetivo nunca se descarte incorrectamente.</a:t>
            </a:r>
          </a:p>
        </p:txBody>
      </p:sp>
    </p:spTree>
    <p:extLst>
      <p:ext uri="{BB962C8B-B14F-4D97-AF65-F5344CB8AC3E}">
        <p14:creationId xmlns:p14="http://schemas.microsoft.com/office/powerpoint/2010/main" val="13387690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DE4C0-C859-46D8-B98D-9E6E9017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0F486-756B-45B4-AB51-EC8FA1C5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28EA2-723E-4F25-907A-4491A337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DESCARTAR LA MITAD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3f3102d484e5e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F930D-777F-4BDB-9BE1-97F8E58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Después de k preguntas quedan aproximadamente: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n/2ᵏ candidatos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búsqueda termina cuando: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n/2ᵏ ≤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Por tanto, k crece como log₂n. Aquí k cuenta reducciones del intervalo. La comparación final con el candidato restante se cuenta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2681573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8F1E7-2EF0-4EC1-9FBF-7DA289D1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14434-DEA2-4951-BEC3-CF997CD1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77F46-5A25-4FC3-98AD-F5E789E6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REDUCCIONES Y COMPARACIONES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4029E-E0A0-4440-9BA4-1377494A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25FD1-1CF3-43E6-B1D2-2C2C5D47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98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Reducciones necesarias para quedar con un candidato: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16 →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32 →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64 →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1 000 000 → cerca de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la operación básica es «comparar con el elemento medio», agreguen la comprobación final. Declaren la convención antes de contrastar con la búsqueda secuencial.</a:t>
            </a:r>
          </a:p>
        </p:txBody>
      </p:sp>
    </p:spTree>
    <p:extLst>
      <p:ext uri="{BB962C8B-B14F-4D97-AF65-F5344CB8AC3E}">
        <p14:creationId xmlns:p14="http://schemas.microsoft.com/office/powerpoint/2010/main" val="5393881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144A4-9B41-4A11-AC20-7AAB7F8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31934-BFD7-4389-968C-A76CF224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22128-C289-4721-A665-67BC333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EL PRECIO DEL ORDEN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F5289-FD82-4BF3-9D82-DD26E1CD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5CACE-A6F0-4157-A2F4-59C34BA6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búsqueda binaria es eficiente cuando los datos ya están ordenados.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debemos ordenar para realizar una sola búsqueda, el costo de preparación puede cambiar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realizaremos miles de búsquedas, ordenar una vez puede ser una inversión útil.</a:t>
            </a:r>
          </a:p>
        </p:txBody>
      </p:sp>
    </p:spTree>
    <p:extLst>
      <p:ext uri="{BB962C8B-B14F-4D97-AF65-F5344CB8AC3E}">
        <p14:creationId xmlns:p14="http://schemas.microsoft.com/office/powerpoint/2010/main" val="13826262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0DE01-BE16-47CD-B3C6-D8FC4CBA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59581-0A59-451C-A949-3916E626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10FA3-FE82-4542-88E9-7BBC33F3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COMPARACIÓN COMPLETA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0E402-D024-4FA3-854C-03D0070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0DF2D-1AB9-44CC-ACEE-6231DE29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Completen: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estrategia | requisito | mejor caso | peor caso | crecimiento | ventaja | límite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Filas: búsqueda secuencial y búsqueda binaria.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Una elección responsable considera tanto el costo como las condiciones necesarias para aplicarla.</a:t>
            </a:r>
          </a:p>
        </p:txBody>
      </p:sp>
    </p:spTree>
    <p:extLst>
      <p:ext uri="{BB962C8B-B14F-4D97-AF65-F5344CB8AC3E}">
        <p14:creationId xmlns:p14="http://schemas.microsoft.com/office/powerpoint/2010/main" val="22300185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C8EBA-EF3C-4CF7-883E-62DD0B22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FB1E9-1E51-4A77-AC4C-84F51B5A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89FF-F62A-44F8-A19E-40F68CAA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TRANSFERENCIA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88D21-F7A5-4A86-8BB7-84F233D0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39EEF-D319-4A8F-A81D-AC6F0B6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Elijan una situación: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buscar un contacto;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revisar una lista desordenada;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consultar un diccionario;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localizar un registro en una base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Indiquen estrategia, tamaño de entrada, precondición, operación básica y crecimiento esperado.</a:t>
            </a:r>
          </a:p>
        </p:txBody>
      </p:sp>
    </p:spTree>
    <p:extLst>
      <p:ext uri="{BB962C8B-B14F-4D97-AF65-F5344CB8AC3E}">
        <p14:creationId xmlns:p14="http://schemas.microsoft.com/office/powerpoint/2010/main" val="11385766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3381C-690B-4D93-87A9-B5542E7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8B014-5E0F-49B1-9305-1D5613E3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26AB2-B236-4041-B705-85A52EC3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CIERRE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F1DFA-C412-48ED-AA03-D7F2D258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872B7-07F4-4652-95C4-8ACB9AB0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Responde: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¿Qué ocurre con n² cuando n se duplica?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¿Por qué 1000n puede superar inicialmente a n²?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3. ¿Qué condición necesita la búsqueda binaria?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4. Explica Θ(log n) sin usar la frase «porque es más rápido».</a:t>
            </a:r>
          </a:p>
        </p:txBody>
      </p:sp>
    </p:spTree>
    <p:extLst>
      <p:ext uri="{BB962C8B-B14F-4D97-AF65-F5344CB8AC3E}">
        <p14:creationId xmlns:p14="http://schemas.microsoft.com/office/powerpoint/2010/main" val="17864323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22083-BACD-4E25-AA4D-DD554288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7583F-E456-4C80-912C-6E1E5491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FB187-FD68-49AC-ACBB-32FB266E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SIGUIENTE PASO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992F9-F93A-4C73-8B74-BD70E0ED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E3A2B-87D4-4F36-B0E6-2112BCC2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 la secuencia posterior formalizaremos sumatorias, cotas y demostraciones con mayor rigor.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teoría de qué problemas son computables y cuáles no se abordará después de consolidar estas herramientas de descripción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151636119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0F014-6489-4BE5-BB34-58827FA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E416F-06B5-4166-B31B-46F7B60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40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82186-4143-4A00-B902-0F08FC0C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FUENTES DE LA SECUENCIA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6F8B6-4C5E-4138-ACD9-B6A83095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FFCB7-4666-451F-8D6B-FCDBDC6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Material base del curso, páginas 22–89; material Crecimiento de funciones; guiones docentes de conteo, intuición de crecimiento y notación asintótica.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Las actividades adaptan el contenido para una primera semana activa con estudiantes que ya programan.</a:t>
            </a:r>
          </a:p>
        </p:txBody>
      </p:sp>
    </p:spTree>
    <p:extLst>
      <p:ext uri="{BB962C8B-B14F-4D97-AF65-F5344CB8AC3E}">
        <p14:creationId xmlns:p14="http://schemas.microsoft.com/office/powerpoint/2010/main" val="1485843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2026-09-21T18:08:34.0710000Z</dcterms:created>
  <dcterms:modified xsi:type="dcterms:W3CDTF">2026-09-21T18:08:34.0710000Z</dcterms:modified>
</coreProperties>
</file>