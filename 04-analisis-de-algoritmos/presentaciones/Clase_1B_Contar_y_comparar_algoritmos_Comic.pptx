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358906e9464d8c" /><Relationship Type="http://schemas.openxmlformats.org/officeDocument/2006/relationships/extended-properties" Target="/docProps/app.xml" Id="Rbb0dfd899ce745dd" /><Relationship Type="http://schemas.openxmlformats.org/officeDocument/2006/relationships/officeDocument" Target="/ppt/presentation.xml" Id="R9bcd9a45ce6f43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5710b0d87248a4"/>
  </p:sldMasterIdLst>
  <p:notesMasterIdLst>
    <p:notesMasterId xmlns:r="http://schemas.openxmlformats.org/officeDocument/2006/relationships" r:id="R16326f7bc5484c2b"/>
  </p:notesMasterIdLst>
  <p:sldIdLst>
    <p:sldId xmlns:r="http://schemas.openxmlformats.org/officeDocument/2006/relationships" id="256" r:id="R8daae2efc6db4cdf"/>
    <p:sldId xmlns:r="http://schemas.openxmlformats.org/officeDocument/2006/relationships" id="257" r:id="R0f11c7df38ce43e3"/>
    <p:sldId xmlns:r="http://schemas.openxmlformats.org/officeDocument/2006/relationships" id="258" r:id="Rfafb00b07e6e4579"/>
    <p:sldId xmlns:r="http://schemas.openxmlformats.org/officeDocument/2006/relationships" id="259" r:id="R58287e3c4f824eda"/>
    <p:sldId xmlns:r="http://schemas.openxmlformats.org/officeDocument/2006/relationships" id="260" r:id="Rd6b03c339f3246f1"/>
    <p:sldId xmlns:r="http://schemas.openxmlformats.org/officeDocument/2006/relationships" id="261" r:id="R296091bbb5c44e9f"/>
    <p:sldId xmlns:r="http://schemas.openxmlformats.org/officeDocument/2006/relationships" id="262" r:id="Rac74a77832b3484d"/>
    <p:sldId xmlns:r="http://schemas.openxmlformats.org/officeDocument/2006/relationships" id="263" r:id="R4c86075791e44bf1"/>
    <p:sldId xmlns:r="http://schemas.openxmlformats.org/officeDocument/2006/relationships" id="264" r:id="R36e0535f413440c4"/>
    <p:sldId xmlns:r="http://schemas.openxmlformats.org/officeDocument/2006/relationships" id="265" r:id="R4c053d59271b47ec"/>
    <p:sldId xmlns:r="http://schemas.openxmlformats.org/officeDocument/2006/relationships" id="266" r:id="Re6b15aa0885e4225"/>
    <p:sldId xmlns:r="http://schemas.openxmlformats.org/officeDocument/2006/relationships" id="267" r:id="R9780ca289ef349b9"/>
    <p:sldId xmlns:r="http://schemas.openxmlformats.org/officeDocument/2006/relationships" id="268" r:id="R9a4b53ceb40a45fe"/>
    <p:sldId xmlns:r="http://schemas.openxmlformats.org/officeDocument/2006/relationships" id="269" r:id="Rdccfe5fdacc046f5"/>
    <p:sldId xmlns:r="http://schemas.openxmlformats.org/officeDocument/2006/relationships" id="270" r:id="R7e2c1ffcb74e4aaa"/>
    <p:sldId xmlns:r="http://schemas.openxmlformats.org/officeDocument/2006/relationships" id="271" r:id="R23ded1979e97492c"/>
    <p:sldId xmlns:r="http://schemas.openxmlformats.org/officeDocument/2006/relationships" id="272" r:id="R5b7c119b896349c4"/>
    <p:sldId xmlns:r="http://schemas.openxmlformats.org/officeDocument/2006/relationships" id="273" r:id="R1d4c1759b01e4a46"/>
    <p:sldId xmlns:r="http://schemas.openxmlformats.org/officeDocument/2006/relationships" id="274" r:id="R8d4f0f35b4704828"/>
    <p:sldId xmlns:r="http://schemas.openxmlformats.org/officeDocument/2006/relationships" id="275" r:id="Rfa791298b8474cc6"/>
    <p:sldId xmlns:r="http://schemas.openxmlformats.org/officeDocument/2006/relationships" id="276" r:id="R669bd59619324fdf"/>
    <p:sldId xmlns:r="http://schemas.openxmlformats.org/officeDocument/2006/relationships" id="277" r:id="R705b5ceb16384716"/>
    <p:sldId xmlns:r="http://schemas.openxmlformats.org/officeDocument/2006/relationships" id="278" r:id="R86aa695b36af4b29"/>
    <p:sldId xmlns:r="http://schemas.openxmlformats.org/officeDocument/2006/relationships" id="279" r:id="Reaf39222666d425b"/>
    <p:sldId xmlns:r="http://schemas.openxmlformats.org/officeDocument/2006/relationships" id="280" r:id="R031289fe7e484ec6"/>
    <p:sldId xmlns:r="http://schemas.openxmlformats.org/officeDocument/2006/relationships" id="281" r:id="R13852df241ea4c9b"/>
    <p:sldId xmlns:r="http://schemas.openxmlformats.org/officeDocument/2006/relationships" id="282" r:id="R1d02e1d5bdcb4f6e"/>
    <p:sldId xmlns:r="http://schemas.openxmlformats.org/officeDocument/2006/relationships" id="283" r:id="R58cdd6f814be4d64"/>
    <p:sldId xmlns:r="http://schemas.openxmlformats.org/officeDocument/2006/relationships" id="284" r:id="R9370d6e74fa24aa4"/>
    <p:sldId xmlns:r="http://schemas.openxmlformats.org/officeDocument/2006/relationships" id="285" r:id="R69c872fbbdff42e2"/>
    <p:sldId xmlns:r="http://schemas.openxmlformats.org/officeDocument/2006/relationships" id="286" r:id="Re2038c55e70c4fb2"/>
    <p:sldId xmlns:r="http://schemas.openxmlformats.org/officeDocument/2006/relationships" id="287" r:id="R600eba580aa94d46"/>
    <p:sldId xmlns:r="http://schemas.openxmlformats.org/officeDocument/2006/relationships" id="288" r:id="R9e615839d0594ef2"/>
    <p:sldId xmlns:r="http://schemas.openxmlformats.org/officeDocument/2006/relationships" id="289" r:id="Rf9fe2adb347f4bab"/>
    <p:sldId xmlns:r="http://schemas.openxmlformats.org/officeDocument/2006/relationships" id="290" r:id="R7898d4e1ce9c4360"/>
    <p:sldId xmlns:r="http://schemas.openxmlformats.org/officeDocument/2006/relationships" id="291" r:id="Rb0849ef13b534621"/>
    <p:sldId xmlns:r="http://schemas.openxmlformats.org/officeDocument/2006/relationships" id="292" r:id="R76714cb1a8904080"/>
    <p:sldId xmlns:r="http://schemas.openxmlformats.org/officeDocument/2006/relationships" id="293" r:id="R4f21008e80bb49a2"/>
    <p:sldId xmlns:r="http://schemas.openxmlformats.org/officeDocument/2006/relationships" id="294" r:id="R17263680ab7a4794"/>
    <p:sldId xmlns:r="http://schemas.openxmlformats.org/officeDocument/2006/relationships" id="295" r:id="R2618b223a6d942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34d86075d9423b" /><Relationship Type="http://schemas.openxmlformats.org/officeDocument/2006/relationships/slideMaster" Target="/ppt/slideMasters/slideMaster1.xml" Id="Rff5710b0d87248a4" /><Relationship Type="http://schemas.openxmlformats.org/officeDocument/2006/relationships/notesMaster" Target="/ppt/notesMasters/notesMaster1.xml" Id="R16326f7bc5484c2b" /><Relationship Type="http://schemas.openxmlformats.org/officeDocument/2006/relationships/presProps" Target="/ppt/presProps.xml" Id="Redeceb7fbd894f85" /><Relationship Type="http://schemas.openxmlformats.org/officeDocument/2006/relationships/tableStyles" Target="/ppt/tableStyles.xml" Id="R5de3055fe35c4ae8" /><Relationship Type="http://schemas.openxmlformats.org/officeDocument/2006/relationships/slide" Target="/ppt/slides/slide1.xml" Id="R8daae2efc6db4cdf" /><Relationship Type="http://schemas.openxmlformats.org/officeDocument/2006/relationships/slide" Target="/ppt/slides/slide2.xml" Id="R0f11c7df38ce43e3" /><Relationship Type="http://schemas.openxmlformats.org/officeDocument/2006/relationships/slide" Target="/ppt/slides/slide3.xml" Id="Rfafb00b07e6e4579" /><Relationship Type="http://schemas.openxmlformats.org/officeDocument/2006/relationships/slide" Target="/ppt/slides/slide4.xml" Id="R58287e3c4f824eda" /><Relationship Type="http://schemas.openxmlformats.org/officeDocument/2006/relationships/slide" Target="/ppt/slides/slide5.xml" Id="Rd6b03c339f3246f1" /><Relationship Type="http://schemas.openxmlformats.org/officeDocument/2006/relationships/slide" Target="/ppt/slides/slide6.xml" Id="R296091bbb5c44e9f" /><Relationship Type="http://schemas.openxmlformats.org/officeDocument/2006/relationships/slide" Target="/ppt/slides/slide7.xml" Id="Rac74a77832b3484d" /><Relationship Type="http://schemas.openxmlformats.org/officeDocument/2006/relationships/slide" Target="/ppt/slides/slide8.xml" Id="R4c86075791e44bf1" /><Relationship Type="http://schemas.openxmlformats.org/officeDocument/2006/relationships/slide" Target="/ppt/slides/slide9.xml" Id="R36e0535f413440c4" /><Relationship Type="http://schemas.openxmlformats.org/officeDocument/2006/relationships/slide" Target="/ppt/slides/slide10.xml" Id="R4c053d59271b47ec" /><Relationship Type="http://schemas.openxmlformats.org/officeDocument/2006/relationships/slide" Target="/ppt/slides/slide11.xml" Id="Re6b15aa0885e4225" /><Relationship Type="http://schemas.openxmlformats.org/officeDocument/2006/relationships/slide" Target="/ppt/slides/slide12.xml" Id="R9780ca289ef349b9" /><Relationship Type="http://schemas.openxmlformats.org/officeDocument/2006/relationships/slide" Target="/ppt/slides/slide13.xml" Id="R9a4b53ceb40a45fe" /><Relationship Type="http://schemas.openxmlformats.org/officeDocument/2006/relationships/slide" Target="/ppt/slides/slide14.xml" Id="Rdccfe5fdacc046f5" /><Relationship Type="http://schemas.openxmlformats.org/officeDocument/2006/relationships/slide" Target="/ppt/slides/slide15.xml" Id="R7e2c1ffcb74e4aaa" /><Relationship Type="http://schemas.openxmlformats.org/officeDocument/2006/relationships/slide" Target="/ppt/slides/slide16.xml" Id="R23ded1979e97492c" /><Relationship Type="http://schemas.openxmlformats.org/officeDocument/2006/relationships/slide" Target="/ppt/slides/slide17.xml" Id="R5b7c119b896349c4" /><Relationship Type="http://schemas.openxmlformats.org/officeDocument/2006/relationships/slide" Target="/ppt/slides/slide18.xml" Id="R1d4c1759b01e4a46" /><Relationship Type="http://schemas.openxmlformats.org/officeDocument/2006/relationships/slide" Target="/ppt/slides/slide19.xml" Id="R8d4f0f35b4704828" /><Relationship Type="http://schemas.openxmlformats.org/officeDocument/2006/relationships/slide" Target="/ppt/slides/slide20.xml" Id="Rfa791298b8474cc6" /><Relationship Type="http://schemas.openxmlformats.org/officeDocument/2006/relationships/slide" Target="/ppt/slides/slide21.xml" Id="R669bd59619324fdf" /><Relationship Type="http://schemas.openxmlformats.org/officeDocument/2006/relationships/slide" Target="/ppt/slides/slide22.xml" Id="R705b5ceb16384716" /><Relationship Type="http://schemas.openxmlformats.org/officeDocument/2006/relationships/slide" Target="/ppt/slides/slide23.xml" Id="R86aa695b36af4b29" /><Relationship Type="http://schemas.openxmlformats.org/officeDocument/2006/relationships/slide" Target="/ppt/slides/slide24.xml" Id="Reaf39222666d425b" /><Relationship Type="http://schemas.openxmlformats.org/officeDocument/2006/relationships/slide" Target="/ppt/slides/slide25.xml" Id="R031289fe7e484ec6" /><Relationship Type="http://schemas.openxmlformats.org/officeDocument/2006/relationships/slide" Target="/ppt/slides/slide26.xml" Id="R13852df241ea4c9b" /><Relationship Type="http://schemas.openxmlformats.org/officeDocument/2006/relationships/slide" Target="/ppt/slides/slide27.xml" Id="R1d02e1d5bdcb4f6e" /><Relationship Type="http://schemas.openxmlformats.org/officeDocument/2006/relationships/slide" Target="/ppt/slides/slide28.xml" Id="R58cdd6f814be4d64" /><Relationship Type="http://schemas.openxmlformats.org/officeDocument/2006/relationships/slide" Target="/ppt/slides/slide29.xml" Id="R9370d6e74fa24aa4" /><Relationship Type="http://schemas.openxmlformats.org/officeDocument/2006/relationships/slide" Target="/ppt/slides/slide30.xml" Id="R69c872fbbdff42e2" /><Relationship Type="http://schemas.openxmlformats.org/officeDocument/2006/relationships/slide" Target="/ppt/slides/slide31.xml" Id="Re2038c55e70c4fb2" /><Relationship Type="http://schemas.openxmlformats.org/officeDocument/2006/relationships/slide" Target="/ppt/slides/slide32.xml" Id="R600eba580aa94d46" /><Relationship Type="http://schemas.openxmlformats.org/officeDocument/2006/relationships/slide" Target="/ppt/slides/slide33.xml" Id="R9e615839d0594ef2" /><Relationship Type="http://schemas.openxmlformats.org/officeDocument/2006/relationships/slide" Target="/ppt/slides/slide34.xml" Id="Rf9fe2adb347f4bab" /><Relationship Type="http://schemas.openxmlformats.org/officeDocument/2006/relationships/slide" Target="/ppt/slides/slide35.xml" Id="R7898d4e1ce9c4360" /><Relationship Type="http://schemas.openxmlformats.org/officeDocument/2006/relationships/slide" Target="/ppt/slides/slide36.xml" Id="Rb0849ef13b534621" /><Relationship Type="http://schemas.openxmlformats.org/officeDocument/2006/relationships/slide" Target="/ppt/slides/slide37.xml" Id="R76714cb1a8904080" /><Relationship Type="http://schemas.openxmlformats.org/officeDocument/2006/relationships/slide" Target="/ppt/slides/slide38.xml" Id="R4f21008e80bb49a2" /><Relationship Type="http://schemas.openxmlformats.org/officeDocument/2006/relationships/slide" Target="/ppt/slides/slide39.xml" Id="R17263680ab7a4794" /><Relationship Type="http://schemas.openxmlformats.org/officeDocument/2006/relationships/slide" Target="/ppt/slides/slide40.xml" Id="R2618b223a6d942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a31a55976944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73933322f4f7d" /><Relationship Type="http://schemas.openxmlformats.org/officeDocument/2006/relationships/notesMaster" Target="/ppt/notesMasters/notesMaster1.xml" Id="R6a09c29f35c342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9544ebf68a45f3" /><Relationship Type="http://schemas.openxmlformats.org/officeDocument/2006/relationships/notesMaster" Target="/ppt/notesMasters/notesMaster1.xml" Id="R3730e2be095f43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9bb51024ed4dc9" /><Relationship Type="http://schemas.openxmlformats.org/officeDocument/2006/relationships/notesMaster" Target="/ppt/notesMasters/notesMaster1.xml" Id="R1a2f42db3a144d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316e92d79b4d41" /><Relationship Type="http://schemas.openxmlformats.org/officeDocument/2006/relationships/notesMaster" Target="/ppt/notesMasters/notesMaster1.xml" Id="Rd2cfa44ea98745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1be9db43164a6b" /><Relationship Type="http://schemas.openxmlformats.org/officeDocument/2006/relationships/notesMaster" Target="/ppt/notesMasters/notesMaster1.xml" Id="Rf003678db201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23a64f28d04f44" /><Relationship Type="http://schemas.openxmlformats.org/officeDocument/2006/relationships/notesMaster" Target="/ppt/notesMasters/notesMaster1.xml" Id="Rf34b3765a0834d4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cfa449857742b9" /><Relationship Type="http://schemas.openxmlformats.org/officeDocument/2006/relationships/notesMaster" Target="/ppt/notesMasters/notesMaster1.xml" Id="Rd979f58917f84bc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3ff73ea5634904" /><Relationship Type="http://schemas.openxmlformats.org/officeDocument/2006/relationships/notesMaster" Target="/ppt/notesMasters/notesMaster1.xml" Id="R1f49117aedc145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ac039a52bf4c74" /><Relationship Type="http://schemas.openxmlformats.org/officeDocument/2006/relationships/notesMaster" Target="/ppt/notesMasters/notesMaster1.xml" Id="R027a83c31fe74f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9db4dcd68d4912" /><Relationship Type="http://schemas.openxmlformats.org/officeDocument/2006/relationships/notesMaster" Target="/ppt/notesMasters/notesMaster1.xml" Id="R280037d1a171459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32ee4c6dda43d4" /><Relationship Type="http://schemas.openxmlformats.org/officeDocument/2006/relationships/notesMaster" Target="/ppt/notesMasters/notesMaster1.xml" Id="R387f34a8c5d44b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464a1837e54934" /><Relationship Type="http://schemas.openxmlformats.org/officeDocument/2006/relationships/notesMaster" Target="/ppt/notesMasters/notesMaster1.xml" Id="R741f17049c5f40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92a28a220eb4c30" /><Relationship Type="http://schemas.openxmlformats.org/officeDocument/2006/relationships/notesMaster" Target="/ppt/notesMasters/notesMaster1.xml" Id="R9cac143aaf684b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f67e75685684bd4" /><Relationship Type="http://schemas.openxmlformats.org/officeDocument/2006/relationships/notesMaster" Target="/ppt/notesMasters/notesMaster1.xml" Id="R306a7506ff354e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799b7dc3b0b40aa" /><Relationship Type="http://schemas.openxmlformats.org/officeDocument/2006/relationships/notesMaster" Target="/ppt/notesMasters/notesMaster1.xml" Id="R0b34fd0a05994f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685f7e6e01410f" /><Relationship Type="http://schemas.openxmlformats.org/officeDocument/2006/relationships/notesMaster" Target="/ppt/notesMasters/notesMaster1.xml" Id="R01dc5786e1bb45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e21fdae57d416c" /><Relationship Type="http://schemas.openxmlformats.org/officeDocument/2006/relationships/notesMaster" Target="/ppt/notesMasters/notesMaster1.xml" Id="R954a2c245e67434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1746e445f0448bf" /><Relationship Type="http://schemas.openxmlformats.org/officeDocument/2006/relationships/notesMaster" Target="/ppt/notesMasters/notesMaster1.xml" Id="Rb3059f1a4159425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fb0b465e9c74e96" /><Relationship Type="http://schemas.openxmlformats.org/officeDocument/2006/relationships/notesMaster" Target="/ppt/notesMasters/notesMaster1.xml" Id="Ra2de8d7bbf1148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7f57d5f29ac4e29" /><Relationship Type="http://schemas.openxmlformats.org/officeDocument/2006/relationships/notesMaster" Target="/ppt/notesMasters/notesMaster1.xml" Id="Rdc7df92507cc4b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206c179a7a2496b" /><Relationship Type="http://schemas.openxmlformats.org/officeDocument/2006/relationships/notesMaster" Target="/ppt/notesMasters/notesMaster1.xml" Id="R7cb8103e2d5f4d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75f0dc3797f4104" /><Relationship Type="http://schemas.openxmlformats.org/officeDocument/2006/relationships/notesMaster" Target="/ppt/notesMasters/notesMaster1.xml" Id="R62cf3b67e6234c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5704aa976414a21" /><Relationship Type="http://schemas.openxmlformats.org/officeDocument/2006/relationships/notesMaster" Target="/ppt/notesMasters/notesMaster1.xml" Id="R178d32d574a345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14810094ffd4393" /><Relationship Type="http://schemas.openxmlformats.org/officeDocument/2006/relationships/notesMaster" Target="/ppt/notesMasters/notesMaster1.xml" Id="Rc6eb7d4ddfd04b1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f018216c2634b5f" /><Relationship Type="http://schemas.openxmlformats.org/officeDocument/2006/relationships/notesMaster" Target="/ppt/notesMasters/notesMaster1.xml" Id="R19f8f887dd09418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3812709ad1f4866" /><Relationship Type="http://schemas.openxmlformats.org/officeDocument/2006/relationships/notesMaster" Target="/ppt/notesMasters/notesMaster1.xml" Id="R74d0c8010ce14ab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6c4f6893964425e" /><Relationship Type="http://schemas.openxmlformats.org/officeDocument/2006/relationships/notesMaster" Target="/ppt/notesMasters/notesMaster1.xml" Id="R2aa1b9803e7548c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1bde86598b2416c" /><Relationship Type="http://schemas.openxmlformats.org/officeDocument/2006/relationships/notesMaster" Target="/ppt/notesMasters/notesMaster1.xml" Id="R5e04f38a13c340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2f8a9be7adc4011" /><Relationship Type="http://schemas.openxmlformats.org/officeDocument/2006/relationships/notesMaster" Target="/ppt/notesMasters/notesMaster1.xml" Id="R731cbbbbee3b468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9d7994fe1d3469e" /><Relationship Type="http://schemas.openxmlformats.org/officeDocument/2006/relationships/notesMaster" Target="/ppt/notesMasters/notesMaster1.xml" Id="R3de7d0d469214ef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802243132fe499a" /><Relationship Type="http://schemas.openxmlformats.org/officeDocument/2006/relationships/notesMaster" Target="/ppt/notesMasters/notesMaster1.xml" Id="R0609cef76f6c42c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cba4dc8cd4b45fe" /><Relationship Type="http://schemas.openxmlformats.org/officeDocument/2006/relationships/notesMaster" Target="/ppt/notesMasters/notesMaster1.xml" Id="R937432d00dde4d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63d44107af14ae1" /><Relationship Type="http://schemas.openxmlformats.org/officeDocument/2006/relationships/notesMaster" Target="/ppt/notesMasters/notesMaster1.xml" Id="Rbe6da568ee714e4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bb8112b5fb24904" /><Relationship Type="http://schemas.openxmlformats.org/officeDocument/2006/relationships/notesMaster" Target="/ppt/notesMasters/notesMaster1.xml" Id="R083b6a819742476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99305643e694fa8" /><Relationship Type="http://schemas.openxmlformats.org/officeDocument/2006/relationships/notesMaster" Target="/ppt/notesMasters/notesMaster1.xml" Id="R04bbbe0a90a24ff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ed495d7768e49d7" /><Relationship Type="http://schemas.openxmlformats.org/officeDocument/2006/relationships/notesMaster" Target="/ppt/notesMasters/notesMaster1.xml" Id="Rdf6cf5801e664e6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9cf7d78fa464fa8" /><Relationship Type="http://schemas.openxmlformats.org/officeDocument/2006/relationships/notesMaster" Target="/ppt/notesMasters/notesMaster1.xml" Id="R9b9ce41487574e00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86a4c23de9c4006" /><Relationship Type="http://schemas.openxmlformats.org/officeDocument/2006/relationships/notesMaster" Target="/ppt/notesMasters/notesMaster1.xml" Id="R7358031a7f24409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f655cbe45f14698" /><Relationship Type="http://schemas.openxmlformats.org/officeDocument/2006/relationships/notesMaster" Target="/ppt/notesMasters/notesMaster1.xml" Id="R3335b9a4feb345c3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126afc0d0ce408e" /><Relationship Type="http://schemas.openxmlformats.org/officeDocument/2006/relationships/notesMaster" Target="/ppt/notesMasters/notesMaster1.xml" Id="Rad996f299023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b82519e413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b03b4d28f84c0b" /><Relationship Type="http://schemas.openxmlformats.org/officeDocument/2006/relationships/slideLayout" Target="/ppt/slideLayouts/slideLayout1.xml" Id="R9b22c9628bce49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22c9628bce49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19fe3c8f480e" /><Relationship Type="http://schemas.openxmlformats.org/officeDocument/2006/relationships/image" Target="/ppt/media/image.png" Id="R02f93e001ac34b30" /><Relationship Type="http://schemas.openxmlformats.org/officeDocument/2006/relationships/notesSlide" Target="/ppt/notesSlides/notesSlide1.xml" Id="Raf4ef4cffc5242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87a381c384295" /><Relationship Type="http://schemas.openxmlformats.org/officeDocument/2006/relationships/notesSlide" Target="/ppt/notesSlides/notesSlide2.xml" Id="Rfbffd313bd274c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6045072b24a14" /><Relationship Type="http://schemas.openxmlformats.org/officeDocument/2006/relationships/notesSlide" Target="/ppt/notesSlides/notesSlide3.xml" Id="R715bd842293646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4df8078f74744" /><Relationship Type="http://schemas.openxmlformats.org/officeDocument/2006/relationships/notesSlide" Target="/ppt/notesSlides/notesSlide4.xml" Id="Rac37fbb0e50e44f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a065e2cbe47bd" /><Relationship Type="http://schemas.openxmlformats.org/officeDocument/2006/relationships/notesSlide" Target="/ppt/notesSlides/notesSlide5.xml" Id="R6f2d33877c4241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1eef06be247a0" /><Relationship Type="http://schemas.openxmlformats.org/officeDocument/2006/relationships/notesSlide" Target="/ppt/notesSlides/notesSlide6.xml" Id="R891e4a06a06d4b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46d17b731423c" /><Relationship Type="http://schemas.openxmlformats.org/officeDocument/2006/relationships/notesSlide" Target="/ppt/notesSlides/notesSlide7.xml" Id="R08f561d443c642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fe5f5c1af4427" /><Relationship Type="http://schemas.openxmlformats.org/officeDocument/2006/relationships/notesSlide" Target="/ppt/notesSlides/notesSlide8.xml" Id="R69768fc9d51e40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88df8a4334180" /><Relationship Type="http://schemas.openxmlformats.org/officeDocument/2006/relationships/image" Target="/ppt/media/image2.png" Id="R00dee982078f45d4" /><Relationship Type="http://schemas.openxmlformats.org/officeDocument/2006/relationships/notesSlide" Target="/ppt/notesSlides/notesSlide9.xml" Id="R9b7afbccbf7544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aff7193f0400b" /><Relationship Type="http://schemas.openxmlformats.org/officeDocument/2006/relationships/notesSlide" Target="/ppt/notesSlides/notesSlide10.xml" Id="Rc2b7b3f0aa9340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2d0e5fb6b4f9d" /><Relationship Type="http://schemas.openxmlformats.org/officeDocument/2006/relationships/notesSlide" Target="/ppt/notesSlides/notesSlide11.xml" Id="R7dccf297f74443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0482daff944d7" /><Relationship Type="http://schemas.openxmlformats.org/officeDocument/2006/relationships/notesSlide" Target="/ppt/notesSlides/notesSlide12.xml" Id="R69bcc7097fd84de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770770e1c4d13" /><Relationship Type="http://schemas.openxmlformats.org/officeDocument/2006/relationships/notesSlide" Target="/ppt/notesSlides/notesSlide13.xml" Id="Re085cb5e76d5477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eb26eeb8f40f4" /><Relationship Type="http://schemas.openxmlformats.org/officeDocument/2006/relationships/image" Target="/ppt/media/image3.png" Id="Rf9b3eecd041f47c6" /><Relationship Type="http://schemas.openxmlformats.org/officeDocument/2006/relationships/notesSlide" Target="/ppt/notesSlides/notesSlide14.xml" Id="R3830b7572caa497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82c993e7342ca" /><Relationship Type="http://schemas.openxmlformats.org/officeDocument/2006/relationships/notesSlide" Target="/ppt/notesSlides/notesSlide15.xml" Id="Rf8b00ae96ef049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3c48fb3964068" /><Relationship Type="http://schemas.openxmlformats.org/officeDocument/2006/relationships/notesSlide" Target="/ppt/notesSlides/notesSlide16.xml" Id="Re0757d72bc354f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54f5aa9269407e" /><Relationship Type="http://schemas.openxmlformats.org/officeDocument/2006/relationships/notesSlide" Target="/ppt/notesSlides/notesSlide17.xml" Id="R0e1d240dd5d44b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ff2f11aff492f" /><Relationship Type="http://schemas.openxmlformats.org/officeDocument/2006/relationships/notesSlide" Target="/ppt/notesSlides/notesSlide18.xml" Id="R2cb138a1668b4b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2e0589f2d4ee0" /><Relationship Type="http://schemas.openxmlformats.org/officeDocument/2006/relationships/notesSlide" Target="/ppt/notesSlides/notesSlide19.xml" Id="Rd131e0e33f3d48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0d4da1153441a" /><Relationship Type="http://schemas.openxmlformats.org/officeDocument/2006/relationships/notesSlide" Target="/ppt/notesSlides/notesSlide20.xml" Id="R95a4cf53f5c348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614d6e9946409e" /><Relationship Type="http://schemas.openxmlformats.org/officeDocument/2006/relationships/notesSlide" Target="/ppt/notesSlides/notesSlide21.xml" Id="R068b602fe94c483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271c7694244be" /><Relationship Type="http://schemas.openxmlformats.org/officeDocument/2006/relationships/notesSlide" Target="/ppt/notesSlides/notesSlide22.xml" Id="R9122ba64967841b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309c07d3d4a37" /><Relationship Type="http://schemas.openxmlformats.org/officeDocument/2006/relationships/notesSlide" Target="/ppt/notesSlides/notesSlide23.xml" Id="R84e33fc585c841f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7918d6931427a" /><Relationship Type="http://schemas.openxmlformats.org/officeDocument/2006/relationships/notesSlide" Target="/ppt/notesSlides/notesSlide24.xml" Id="Rd1ae34a2f1664ed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bd13ef2f34543" /><Relationship Type="http://schemas.openxmlformats.org/officeDocument/2006/relationships/notesSlide" Target="/ppt/notesSlides/notesSlide25.xml" Id="R7d54bd6e988342a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3855095084326" /><Relationship Type="http://schemas.openxmlformats.org/officeDocument/2006/relationships/notesSlide" Target="/ppt/notesSlides/notesSlide26.xml" Id="Rfcce36c552f24b8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45aeeecab4f7a" /><Relationship Type="http://schemas.openxmlformats.org/officeDocument/2006/relationships/notesSlide" Target="/ppt/notesSlides/notesSlide27.xml" Id="R4c4f7913e7a24ec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9c89d6afe4885" /><Relationship Type="http://schemas.openxmlformats.org/officeDocument/2006/relationships/image" Target="/ppt/media/image4.png" Id="R904c3bc1237e460c" /><Relationship Type="http://schemas.openxmlformats.org/officeDocument/2006/relationships/notesSlide" Target="/ppt/notesSlides/notesSlide28.xml" Id="Rd5be696d123f45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7b54ee3d564ee9" /><Relationship Type="http://schemas.openxmlformats.org/officeDocument/2006/relationships/notesSlide" Target="/ppt/notesSlides/notesSlide29.xml" Id="R1bc71ca1201147a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7eb6d2c434586" /><Relationship Type="http://schemas.openxmlformats.org/officeDocument/2006/relationships/notesSlide" Target="/ppt/notesSlides/notesSlide30.xml" Id="R5d9f850ae3fe4e1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8e2d2d78f451d" /><Relationship Type="http://schemas.openxmlformats.org/officeDocument/2006/relationships/notesSlide" Target="/ppt/notesSlides/notesSlide31.xml" Id="Rad7e7dd287c942b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76498893e846f6" /><Relationship Type="http://schemas.openxmlformats.org/officeDocument/2006/relationships/notesSlide" Target="/ppt/notesSlides/notesSlide32.xml" Id="R49f9157f34c643d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34d6a34cb468e" /><Relationship Type="http://schemas.openxmlformats.org/officeDocument/2006/relationships/notesSlide" Target="/ppt/notesSlides/notesSlide33.xml" Id="Rd751b76b37b6466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a1cc0290548cb" /><Relationship Type="http://schemas.openxmlformats.org/officeDocument/2006/relationships/notesSlide" Target="/ppt/notesSlides/notesSlide34.xml" Id="Ra94513cbfdd4458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3aca2b0c9466a" /><Relationship Type="http://schemas.openxmlformats.org/officeDocument/2006/relationships/notesSlide" Target="/ppt/notesSlides/notesSlide35.xml" Id="R8dbcf3e3eb494f2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5fc4c64fb4aea" /><Relationship Type="http://schemas.openxmlformats.org/officeDocument/2006/relationships/notesSlide" Target="/ppt/notesSlides/notesSlide36.xml" Id="Rfcb411784ffd4fd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007847ed748de" /><Relationship Type="http://schemas.openxmlformats.org/officeDocument/2006/relationships/notesSlide" Target="/ppt/notesSlides/notesSlide37.xml" Id="R3321082309584374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0efac9c1a4b12" /><Relationship Type="http://schemas.openxmlformats.org/officeDocument/2006/relationships/notesSlide" Target="/ppt/notesSlides/notesSlide38.xml" Id="R7670614d8cb5410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4f7352a064f07" /><Relationship Type="http://schemas.openxmlformats.org/officeDocument/2006/relationships/notesSlide" Target="/ppt/notesSlides/notesSlide39.xml" Id="R19225784f3954a0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a5a0355a04e05" /><Relationship Type="http://schemas.openxmlformats.org/officeDocument/2006/relationships/notesSlide" Target="/ppt/notesSlides/notesSlide40.xml" Id="R870d86167e804b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869F5B-7C6F-40C2-B6A1-9078BA87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FA9605-4211-42F9-8D29-E493BC62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01 / 40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93e001ac34b30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78099-F087-4621-8C36-45DA26E1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5334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SESIÓN 1B</a:t>
            </a:r>
          </a:p>
          <a:p xmlns:a="http://schemas.openxmlformats.org/drawingml/2006/main">
            <a:pPr>
              <a:def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CONTAR Y COMPARAR ALGORITMOS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38C70-E516-41D9-80D6-7A686964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52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6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2FC02-7593-4C9D-8888-381C525C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Tres estrategias para calcular 1 + 2 + … +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Primero pseudocódigo; después Python o MATLAB; siempre con un modelo de costo explícito.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Análisis y Diseño de Algoritmos · 90 minutos</a:t>
            </a:r>
          </a:p>
        </p:txBody>
      </p:sp>
    </p:spTree>
    <p:extLst>
      <p:ext uri="{BB962C8B-B14F-4D97-AF65-F5344CB8AC3E}">
        <p14:creationId xmlns:p14="http://schemas.microsoft.com/office/powerpoint/2010/main" val="20343753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C7C1F3-6904-4B8B-AD44-B089ED18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F9E68-BA7D-47A2-AB37-4AF6F1A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424CE6-15A0-445E-B721-E4BAEDB9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PREGUNTA DE LA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85411-1A24-48DD-9130-D7EDA6D0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D0449-41AB-4C57-B5BE-E338A062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Dos algoritmos pueden producir exactamente el mismo resultado y realizar cantidades de trabajo muy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¿Cómo construimos una comparación que no dependa únicamente de nuestra intuición ni de un cronómetro?</a:t>
            </a:r>
          </a:p>
        </p:txBody>
      </p:sp>
    </p:spTree>
    <p:extLst>
      <p:ext uri="{BB962C8B-B14F-4D97-AF65-F5344CB8AC3E}">
        <p14:creationId xmlns:p14="http://schemas.microsoft.com/office/powerpoint/2010/main" val="809375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BA447-556A-4E6D-9912-6B364940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80896B-2121-4040-AE36-AEA7E277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53AA1-3E97-426C-88EF-7DD7F955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META DE APRENDIZAJE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AAA99-DE84-4768-A67F-23B62A0F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AE246-E779-42A4-9BAE-58ECC93E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terminar podrás: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construir una traza;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elegir y contar operaciones básicas;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expresar el costo como función de 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distinguir análisis teórico y medición;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justificar una elección de algoritmo.</a:t>
            </a:r>
          </a:p>
        </p:txBody>
      </p:sp>
    </p:spTree>
    <p:extLst>
      <p:ext uri="{BB962C8B-B14F-4D97-AF65-F5344CB8AC3E}">
        <p14:creationId xmlns:p14="http://schemas.microsoft.com/office/powerpoint/2010/main" val="791078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021BF-99D3-4933-AAD3-EB7294BB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16104-8D7F-497D-8B6A-A4B5D629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9EC13-BFB6-41AE-BE4E-9BAD069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RUTA DE 90 MINUTOS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3DFA5-DE15-4CCE-9780-C7FFDE83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7BD33-2D92-4E0F-88E3-812F7A33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Predicción y casos ·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Tres estrategias · 25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Conteo y comparación · 20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Experimento en Python o MATLAB · 25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Auditoría y cierre · 10 min</a:t>
            </a:r>
          </a:p>
        </p:txBody>
      </p:sp>
    </p:spTree>
    <p:extLst>
      <p:ext uri="{BB962C8B-B14F-4D97-AF65-F5344CB8AC3E}">
        <p14:creationId xmlns:p14="http://schemas.microsoft.com/office/powerpoint/2010/main" val="17626088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57D5F-5F2A-4A0C-8B58-8D3F91E9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D20E06-A67D-4D2E-A2BA-7675529B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F84BB-A0C5-4651-8CE1-501194A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EVIDENCIAS DE HOY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B57C0-D84C-466F-8795-096543F0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9F969-648E-49AE-A3A8-E668F91E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pareja: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tres algoritmos en pseudocódigo;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trazas para casos pequeños;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tabla de operaciones predichas;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mediciones controladas;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conclusión con límites.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Individualmente: una decisión argumentada al final.</a:t>
            </a:r>
          </a:p>
        </p:txBody>
      </p:sp>
    </p:spTree>
    <p:extLst>
      <p:ext uri="{BB962C8B-B14F-4D97-AF65-F5344CB8AC3E}">
        <p14:creationId xmlns:p14="http://schemas.microsoft.com/office/powerpoint/2010/main" val="14502351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8F3CF-36D4-4CC6-AEA9-5EA18F8A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A2D69F-FC29-4114-BC64-952DE6398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32ABCD-559A-4004-B10E-B4FA210B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ROLES DE LA PAREJA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C8CEA-F211-4B3D-9FB5-C7EB0ACF6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8CC7C8-126D-4B9D-9767-043C46B3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Ronda 1: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Analista: deriva el conteo.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Auditor/a: prueba casos límite y cuestiona supuestos.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Ronda 2: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Programador/a: traduce un algoritmo.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Experimentalista: controla mediciones y registra resultados.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Cambien roles a mitad de la sesión.</a:t>
            </a:r>
          </a:p>
        </p:txBody>
      </p:sp>
    </p:spTree>
    <p:extLst>
      <p:ext uri="{BB962C8B-B14F-4D97-AF65-F5344CB8AC3E}">
        <p14:creationId xmlns:p14="http://schemas.microsoft.com/office/powerpoint/2010/main" val="12185850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102F4-7B4F-4643-BEE8-71527CD8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DFC84-BF35-4B81-B130-5B2E3364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6139C2-3E5D-41D9-BF09-87EA4939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EL PROBLEMA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DCA5DA-FA37-4060-BEE2-C474819E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D2A61-91D9-495F-9D99-FF048E0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Dado un entero n ≥ 1, calcular: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S(n) = 1 + 2 + 3 + … + 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Entrada: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Salida: el valor exacto de S(n).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Antes de diseñar, calculen S(1), S(2), S(5) y S(10). Conserven estos casos para detectar errores de límites, inicialización y fórmula.</a:t>
            </a:r>
          </a:p>
        </p:txBody>
      </p:sp>
    </p:spTree>
    <p:extLst>
      <p:ext uri="{BB962C8B-B14F-4D97-AF65-F5344CB8AC3E}">
        <p14:creationId xmlns:p14="http://schemas.microsoft.com/office/powerpoint/2010/main" val="309914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B25D03-2CD4-42D5-B1EE-8234DB6D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76A18B-6116-4BBD-BABD-07BD368C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FA2B3-6012-48C1-984A-EEB55C26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PREDICCIÓN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491E1-6752-42E3-8718-A5BCB7E2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7647D-5B3F-4BE6-BB76-3F6D26E8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Ordena por trabajo esperado: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A. sumar uno por uno;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B. emparejar extremos;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C. usar una fórmula cerrada.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Hazlo para n=10 y para n=1 000 000. Escribe el criterio que utilizaste, no solo el orden.</a:t>
            </a:r>
          </a:p>
        </p:txBody>
      </p:sp>
    </p:spTree>
    <p:extLst>
      <p:ext uri="{BB962C8B-B14F-4D97-AF65-F5344CB8AC3E}">
        <p14:creationId xmlns:p14="http://schemas.microsoft.com/office/powerpoint/2010/main" val="1453654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782FE-4BF3-424B-9938-19DE4EA2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7505F-3156-4A9B-B509-09E4D87F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09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CB5EF-2A52-4320-BFC9-AECF1F8C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SUBASTA DE ALGORITMOS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ee982078f45d4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00584E-1FC4-417F-880D-E820B6D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Cada pareja dispone de 100 créditos simbólicos para invertir en las tres estrategias.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inversión representa confianza en que una estrategia combinará: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corrección;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costo bajo;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claridad de justificación;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comportamiento estable al crecer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Podrán redistribuir después de analizar evidencia.</a:t>
            </a:r>
          </a:p>
        </p:txBody>
      </p:sp>
    </p:spTree>
    <p:extLst>
      <p:ext uri="{BB962C8B-B14F-4D97-AF65-F5344CB8AC3E}">
        <p14:creationId xmlns:p14="http://schemas.microsoft.com/office/powerpoint/2010/main" val="8321517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CCF4C-6C43-43A3-A2EF-8F004856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E6A19-7DF9-449B-829B-C4AFCEDF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4C20A-2C3C-4D28-A2B1-CA4A076C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ESTRATEGIA A | RECORRIDO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32FD7-6BEF-4F7B-9EA4-8B5891061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4A3EA-3B5B-4771-93E9-85BA3BF5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suma_iterativa(n)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total ← 0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PARA i ← 1 HASTA n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← total + i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FIN PARA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total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Identifiquen entrada, acumulador, condición de repetición y salida.</a:t>
            </a:r>
          </a:p>
        </p:txBody>
      </p:sp>
    </p:spTree>
    <p:extLst>
      <p:ext uri="{BB962C8B-B14F-4D97-AF65-F5344CB8AC3E}">
        <p14:creationId xmlns:p14="http://schemas.microsoft.com/office/powerpoint/2010/main" val="15000661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04C8A5-0029-49D8-A14A-A45E42A2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AD677-1848-428D-86AE-4259BE7F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256F9A-623A-4D4C-A064-9886EDE5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TRAZA DE suma_iterativa(5)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DE6494-28C6-49B4-843C-52367826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56EEA-A431-45B1-B67B-7DAB9BC9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34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Completen: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i | total antes | operación | total después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 | 0 | 0+1 |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 | 1 | ___ |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5 | ___ | ___ | ___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traza conecta el pseudocódigo con el resultado. Comprueben además este invariante: después de procesar i, el acumulador contiene 1+2+…+i. Expliquen qué permite concluir cuando i=n.</a:t>
            </a:r>
          </a:p>
        </p:txBody>
      </p:sp>
    </p:spTree>
    <p:extLst>
      <p:ext uri="{BB962C8B-B14F-4D97-AF65-F5344CB8AC3E}">
        <p14:creationId xmlns:p14="http://schemas.microsoft.com/office/powerpoint/2010/main" val="107412436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DD3F41-1ADB-4B6A-BC04-53EA7635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C565A-62A0-43B3-BF50-6D648F9E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92F77-CDFE-44AA-8203-D55E9249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PRIMER MODELO DE COSTO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EACBD-730E-4BB5-92DC-05E81A78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05CD3-FE42-44D3-91A8-BCDCC98F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la operación básica es la suma del cuerpo: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C_A(n) = n sumas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Si también contamos inicialización, incremento, comparación y devolución, la expresión cambia.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Elijan un modelo y declárenlo antes de comparar.</a:t>
            </a:r>
          </a:p>
        </p:txBody>
      </p:sp>
    </p:spTree>
    <p:extLst>
      <p:ext uri="{BB962C8B-B14F-4D97-AF65-F5344CB8AC3E}">
        <p14:creationId xmlns:p14="http://schemas.microsoft.com/office/powerpoint/2010/main" val="977475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5A5AC-1EA7-4411-9F32-E5DDFA0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6F244-9FBD-4740-99D0-FAB3DB7E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4492C-07A4-49B1-8FF8-A109846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CONTEO DETALLADO DEL BUCLE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AD591-8AAF-4012-8780-41BD1814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5118B-ABE0-4A6B-B292-771B3D3A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n iteraciones, respondan: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¿cuántas veces se ejecuta el cuerpo?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¿cuántas veces se verifica la condición?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¿cuántos incrementos ocurren?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¿cuántas asignaciones actualizan total?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No mezclen conteos aproximados y exactos sin indicarlo.</a:t>
            </a:r>
          </a:p>
        </p:txBody>
      </p:sp>
    </p:spTree>
    <p:extLst>
      <p:ext uri="{BB962C8B-B14F-4D97-AF65-F5344CB8AC3E}">
        <p14:creationId xmlns:p14="http://schemas.microsoft.com/office/powerpoint/2010/main" val="19060481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880A9-6A9C-4371-9185-BCC4065D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5959D-4D40-4F51-8FE2-76361741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B370F-A795-4DBB-93FF-2609AFDF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ESTRATEGIA B | EMPAREJAR EXTREMOS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b3eecd041f47c6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44689-6ACD-4D4D-A1E2-D98178CB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Observa: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 + n = n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 + (n−1) = n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 + (n−2) = n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Cada pareja tiene la misma suma. La cantidad de parejas depende de si n es par o impar.</a:t>
            </a:r>
          </a:p>
        </p:txBody>
      </p:sp>
    </p:spTree>
    <p:extLst>
      <p:ext uri="{BB962C8B-B14F-4D97-AF65-F5344CB8AC3E}">
        <p14:creationId xmlns:p14="http://schemas.microsoft.com/office/powerpoint/2010/main" val="5068151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72DD6-8438-4FF6-8416-824A186B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FB8244-9B46-4B9C-9FC5-A96681F2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B66458-21DF-45BA-BE5D-C319B9D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CASO PAR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F7AFF-4AA2-4BC4-9A1C-C10B6AAE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95EFC-E49E-495A-B69A-38807D01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n=10: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(1+10)+(2+9)+(3+8)+(4+7)+(5+6)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Hay n/2 parejas y cada una suma n+1.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S(n) = (n/2)(n+1)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Construyan la traza de las cinco parejas.</a:t>
            </a:r>
          </a:p>
        </p:txBody>
      </p:sp>
    </p:spTree>
    <p:extLst>
      <p:ext uri="{BB962C8B-B14F-4D97-AF65-F5344CB8AC3E}">
        <p14:creationId xmlns:p14="http://schemas.microsoft.com/office/powerpoint/2010/main" val="12104791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AD0E2-479E-4346-B166-763F1F2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CC8905-897B-4F8E-A31A-2F3AE4B0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AE5B7-08FB-4424-89BE-083D5D2E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CASO IMPAR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AABB0-1169-45B3-B1A4-CF2051EC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089BE-9C73-4F49-823F-BB7C7968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n=9: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(1+9)+(2+8)+(3+7)+(4+6)+5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Hay piso(n/2) parejas y queda el valor central (n+1)/2.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algoritmo debe tratar ese caso o utilizar una expresión que lo incluya correctamente.</a:t>
            </a:r>
          </a:p>
        </p:txBody>
      </p:sp>
    </p:spTree>
    <p:extLst>
      <p:ext uri="{BB962C8B-B14F-4D97-AF65-F5344CB8AC3E}">
        <p14:creationId xmlns:p14="http://schemas.microsoft.com/office/powerpoint/2010/main" val="19178558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9F493-76D1-4337-BA53-66611E87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24644-1981-4236-9BFF-FF61B4ED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3A829-62AE-4A93-8510-CE62F5A99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PSEUDOCÓDIGO DE EMPAREJAMIENTO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4146F-87D7-4E21-985F-E9BEF2C3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8F5D2-A648-41A4-AC25-35C8486C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suma_pares(n)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total ← 0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PARA i ← 1 HASTA piso(n/2)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← total + i + (n-i+1)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FIN PARA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SI n es impar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← total + (n+1)/2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total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5984892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A6204-3672-410F-B4B2-B56FBA0C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128AF1-52A3-4BC2-9B8E-E71E6CF3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E93D5-977D-4ED3-8A29-03B30195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¿MENOS ITERACIONES SIGNIFICA MENOS TRABAJO?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DE4C5-CCFE-4A40-885F-1113E704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04DBF9-F50A-43EB-9FE8-016FFE84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emparejamiento usa aproximadamente n/2 iteraciones, pero su cuerpo realiza más operaciones que el recorrido simple.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Comparen bajo dos modelos: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contar únicamente iteraciones;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contar sumas y restas.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¿La conclusión permanece igual?</a:t>
            </a:r>
          </a:p>
        </p:txBody>
      </p:sp>
    </p:spTree>
    <p:extLst>
      <p:ext uri="{BB962C8B-B14F-4D97-AF65-F5344CB8AC3E}">
        <p14:creationId xmlns:p14="http://schemas.microsoft.com/office/powerpoint/2010/main" val="125549307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468384-4A0D-4CD1-A3EE-58171631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16E121-522E-4722-A288-641301D2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19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B74F8-5C7D-4C2B-BCE7-57E1AEAC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ESTRATEGIA C | FÓRMULA CERRADA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50921A-ED30-453D-A37A-03ED70A9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EB447-D879-4C83-89D8-FCD47EC7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Escribimos la suma en ambos sentidos: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 = 1 + 2 + … + 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 = n + (n−1) + …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 sumar columna por columna obtenemos n veces n+1: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2S = n(n+1)</a:t>
            </a:r>
          </a:p>
        </p:txBody>
      </p:sp>
    </p:spTree>
    <p:extLst>
      <p:ext uri="{BB962C8B-B14F-4D97-AF65-F5344CB8AC3E}">
        <p14:creationId xmlns:p14="http://schemas.microsoft.com/office/powerpoint/2010/main" val="19775446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D0F71-FE77-480D-823C-25B3B090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ABF2E-7156-423E-81A7-8F1E0A4A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BD1A85-019E-40FC-B6FD-6D63D17A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LA FÓRMULA CORRECTA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108F5-8332-4EA7-BFF5-EBF4219A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1503E-4C82-4687-AEF5-EF4E5519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tanto: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S(n) = n(n+1)/2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No es n(n−1)/2. Esa expresión omite una cantidad equivalente a 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Compruébenlo con n=1, n=5 y n=10 antes de programar.</a:t>
            </a:r>
          </a:p>
        </p:txBody>
      </p:sp>
    </p:spTree>
    <p:extLst>
      <p:ext uri="{BB962C8B-B14F-4D97-AF65-F5344CB8AC3E}">
        <p14:creationId xmlns:p14="http://schemas.microsoft.com/office/powerpoint/2010/main" val="43012871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A68389-90E6-41B6-94A5-81D6CF6B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D55F8-E3DD-46A6-B7AA-36970FCA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67B77-086E-475C-912D-E5789A69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PSEUDOCÓDIGO DE LA FÓRMULA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1D906-C6FC-4C17-99F0-2727240B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184F0D-5FF4-4454-ADA3-1AC0AEBC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ALGORITMO suma_formula(n)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validar que n sea entero y n ≥ 1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total ← n·(n+1)/2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devolver total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El número de operaciones aritméticas no crece con n bajo este modelo.</a:t>
            </a:r>
          </a:p>
        </p:txBody>
      </p:sp>
    </p:spTree>
    <p:extLst>
      <p:ext uri="{BB962C8B-B14F-4D97-AF65-F5344CB8AC3E}">
        <p14:creationId xmlns:p14="http://schemas.microsoft.com/office/powerpoint/2010/main" val="44349156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BCD4F-4A77-42B2-8F26-6AE5AE9C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B6A9FB-402F-40A4-9FEA-3EFA619B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726D3-EEF6-4468-96D3-D073BC6C9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CORRECCIÓN NO ES EFICIENCIA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EBCF6-1272-4772-AFF1-3BF98F61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3E051-EA51-4574-8810-0487E41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Una estrategia puede ser: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correcta y costosa;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correcta y eficiente;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rápida en una prueba, pero incorrecta para ciertos datos;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matemáticamente correcta, pero vulnerable a límites del tipo numérico.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Evaluaremos estas propiedades por separado.</a:t>
            </a:r>
          </a:p>
        </p:txBody>
      </p:sp>
    </p:spTree>
    <p:extLst>
      <p:ext uri="{BB962C8B-B14F-4D97-AF65-F5344CB8AC3E}">
        <p14:creationId xmlns:p14="http://schemas.microsoft.com/office/powerpoint/2010/main" val="27549264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AD90D7-7469-4A76-AACB-30659211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F8D9F-4561-4915-8F8C-65EB8279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72AEB-E031-4AD1-AB99-7F56068B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TABLA TEÓRICA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47498-F3CF-4644-8F36-EF72D78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5FE37-C129-485E-9D77-276983E0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Completen antes de ejecutar código: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algoritmo | iteraciones | sumas/restas | multiplicaciones/divisiones | costo elegido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Filas: recorrido, emparejamiento y fórmula.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Escriban cada conteo en función de n. Después evalúen n=100, 1000 y 1 000 000. Identifiquen cuál crece con n y cuál conserva un número fijo de operaciones.</a:t>
            </a:r>
          </a:p>
        </p:txBody>
      </p:sp>
    </p:spTree>
    <p:extLst>
      <p:ext uri="{BB962C8B-B14F-4D97-AF65-F5344CB8AC3E}">
        <p14:creationId xmlns:p14="http://schemas.microsoft.com/office/powerpoint/2010/main" val="66965487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83E35-D569-42C3-B971-C17FD6F8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DF188-7B3C-4467-A7DA-82F87C74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390E6-5D8D-4C46-8225-4CBA4EB7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TRADUCCIÓN A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64792-DD83-492F-B9A0-1A83F207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FB0FE-B32F-4704-A821-106CE706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def suma_iterativa(n):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= 0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for i in range(1, n + 1):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    total += i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return total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def suma_formula(n):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return n * (n + 1) //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Identifiquen la correspondencia con cada línea del pseudocódigo.</a:t>
            </a:r>
          </a:p>
        </p:txBody>
      </p:sp>
    </p:spTree>
    <p:extLst>
      <p:ext uri="{BB962C8B-B14F-4D97-AF65-F5344CB8AC3E}">
        <p14:creationId xmlns:p14="http://schemas.microsoft.com/office/powerpoint/2010/main" val="14661552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956178-6BB9-48FE-BF94-A96D9531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D50AC-BE9B-4EA3-9EEB-0A64F8B3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2814EE-4796-496B-BE6B-A4E9C09D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TRADUCCIÓN A MATLAB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E5EFC-189C-43E3-BBD9-D79AC7D2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B145D-F1F3-4417-999B-33A7FE09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function total = suma_iterativa(n)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= 0;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for i = 1:n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    total = total + i;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end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end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function total = suma_formula(n)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    total = n * (n + 1) / 2;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3652556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70CA2E-AE5B-4396-8D97-422A4D8E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BF4D1-3137-425C-AC14-6755846E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15BEE-CE12-4232-AF46-C3C637FD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UNA ELECCIÓN POR PAREJA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B120F-F255-40FC-A373-72D64FB8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5DA647-6CEF-403A-85BF-335ED2F6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Cada pareja usará Python o MATLAB, no ambos.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objetivo es comparar algoritmos dentro del mismo entorno. Comparar directamente Python contra MATLAB introduciría diferencias de implementación que no responden a nuestra pregunta de hoy.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Registren lenguaje, versión y equipo utilizado.</a:t>
            </a:r>
          </a:p>
        </p:txBody>
      </p:sp>
    </p:spTree>
    <p:extLst>
      <p:ext uri="{BB962C8B-B14F-4D97-AF65-F5344CB8AC3E}">
        <p14:creationId xmlns:p14="http://schemas.microsoft.com/office/powerpoint/2010/main" val="8837599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1586B-07B7-494E-B69B-AA83ADC0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4A5AE-75EA-4B18-83FD-35C7720DB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2623A-CFF0-4600-8284-CF222642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INSTRUMENTAR EL CONTEO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47840-C5AE-4988-9833-407E1A75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6CE7A-F79C-45D1-A0E0-3A4E814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Además del tiempo, modifiquen el programa para devolver un contador de la operación básica.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Ejemplo conceptual: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contador ← 0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cada vez que ocurre la operación básica: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  contador ← contador + 1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contador debe coincidir con la predicción teórica.</a:t>
            </a:r>
          </a:p>
        </p:txBody>
      </p:sp>
    </p:spTree>
    <p:extLst>
      <p:ext uri="{BB962C8B-B14F-4D97-AF65-F5344CB8AC3E}">
        <p14:creationId xmlns:p14="http://schemas.microsoft.com/office/powerpoint/2010/main" val="18508672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A31AD-2BC8-46CE-BF8B-F88F74693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4C81-8329-49A1-B23E-8622CEF6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42E48-A3F9-4661-BCCE-172A2D2B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PROTOCOLO DE MEDICIÓN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4c3bc1237e460c"/>
          <a:srcRect xmlns:a="http://schemas.openxmlformats.org/drawingml/2006/main" l="12147" t="0" r="121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23950"/>
            <a:ext cx="5105400" cy="4495800"/>
          </a:xfrm>
          <a:prstGeom xmlns:a="http://schemas.openxmlformats.org/drawingml/2006/main" prst="roundRect">
            <a:avLst>
              <a:gd name="adj" fmla="val 508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6DF84-F249-4D97-AEEC-C0F7A73A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57300"/>
            <a:ext cx="4953000" cy="462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Para cada algoritmo y tamaño: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verifiquen el resultado;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ejecuten una ronda de calentamiento;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realicen 7 mediciones;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4. registren todas;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5. reporten la mediana;</a:t>
            </a:r>
          </a:p>
          <a:p xmlns:a="http://schemas.openxmlformats.org/drawingml/2006/main">
            <a:pPr>
              <a:def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6. no cambien de equipo ni de entorno durante la comparación.</a:t>
            </a:r>
          </a:p>
        </p:txBody>
      </p:sp>
    </p:spTree>
    <p:extLst>
      <p:ext uri="{BB962C8B-B14F-4D97-AF65-F5344CB8AC3E}">
        <p14:creationId xmlns:p14="http://schemas.microsoft.com/office/powerpoint/2010/main" val="29734841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2B3D3-205E-4896-B2EE-76B125B4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5DDF2-8559-4AD2-BFE2-C75B9E84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29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8A5FD-35C4-470C-857F-8457E85C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TAMAÑOS DE PRUEBA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6ADFE-4121-46B4-B76C-0A377E59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2A0EA7-E346-4998-949F-7CDDB137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Prueben, cuando el entorno lo permita: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 = 10², 10³, 10⁴, 10⁵ y 10⁶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Si una ejecución tarda demasiado, deténganla y registren el evento. No inventen el valor faltante ni cambien silenciosamente el protocolo.</a:t>
            </a:r>
          </a:p>
        </p:txBody>
      </p:sp>
    </p:spTree>
    <p:extLst>
      <p:ext uri="{BB962C8B-B14F-4D97-AF65-F5344CB8AC3E}">
        <p14:creationId xmlns:p14="http://schemas.microsoft.com/office/powerpoint/2010/main" val="6800236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5FDE5-C38C-4A75-8C9E-6AA64A771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E1F7F8-9783-499C-890E-683BA539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20389-DAF5-4A0C-9BD1-DCF90A9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TIPOS NUMÉRICOS Y DESBORDAMIENTO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D497D-3203-4806-A912-7D4C4FD9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EFB2-BDDB-40E8-B724-C780484E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fórmula puede calcular pocas operaciones y aun así producir un resultado incorrecto si el tipo numérico no representa n(n+1).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Antes de usar entradas grandes, averigüen: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tipo de dato;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valor máximo;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comportamiento ante desbordamiento.</a:t>
            </a:r>
          </a:p>
        </p:txBody>
      </p:sp>
    </p:spTree>
    <p:extLst>
      <p:ext uri="{BB962C8B-B14F-4D97-AF65-F5344CB8AC3E}">
        <p14:creationId xmlns:p14="http://schemas.microsoft.com/office/powerpoint/2010/main" val="122077232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41CF-94BD-44DD-ABA7-27C5F61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4ABA4-7937-4C7D-AD88-4F0372F6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31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19765-D859-4122-B4AB-2C8F1C65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TABLA EXPERIMENTAL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E8D78D-F727-4792-9D10-25430E62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89277D-3B3F-46E0-8300-73E80C68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Registren: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algoritmo | n | resultado correcto | operaciones contadas | tiempo 1…7 | mediana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Mantengan separadas las columnas teóricas y observadas. Una coincidencia entre ambas fortalece la explicación; una diferencia exige investigar.</a:t>
            </a:r>
          </a:p>
        </p:txBody>
      </p:sp>
    </p:spTree>
    <p:extLst>
      <p:ext uri="{BB962C8B-B14F-4D97-AF65-F5344CB8AC3E}">
        <p14:creationId xmlns:p14="http://schemas.microsoft.com/office/powerpoint/2010/main" val="97806558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FCA71B-1D2A-4777-8CC3-5C615F4DF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FF165-5E3B-4E68-B2D0-1A0F9271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32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E6792-5715-4207-8E25-45497CD0F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REPRESENTACIÓN DE RESULTADOS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FB614-459B-466C-B090-A00AC432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A36C9-6066-4F80-BB82-C06607F7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Construyan una gráfica: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eje horizontal: n;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eje vertical: mediana del tiempo;</a:t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• una serie por algoritmo.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650">
                <a:solidFill>
                  <a:srgbClr val="F6F0E5"/>
                </a:solidFill>
                <a:latin typeface="DejaVu Sans Mono"/>
                <a:ea typeface="DejaVu Sans Mono"/>
                <a:cs typeface="DejaVu Sans Mono"/>
              </a:rPr>
              <a:t>No unan puntos faltantes como si hubieran sido medidos. Indiquen unidades y condiciones del experimento.</a:t>
            </a:r>
          </a:p>
        </p:txBody>
      </p:sp>
    </p:spTree>
    <p:extLst>
      <p:ext uri="{BB962C8B-B14F-4D97-AF65-F5344CB8AC3E}">
        <p14:creationId xmlns:p14="http://schemas.microsoft.com/office/powerpoint/2010/main" val="88760257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4AF4F-08C5-488A-91C2-3B47AAF5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FE563-8D4A-414A-8285-16AF7876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33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8BFF0-F024-4B20-B7B3-CCFA3CB5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INTERPRETAR SIN EXAGERAR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BDF40-8BEA-4300-8394-70146A54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99C0B-C77E-43D3-B3DA-FEA35E9A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Conclusión válida: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«En este entorno y para estos tamaños, la mediana del recorrido creció al aumentar n; el conteo predice n sumas».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Conclusión excesiva: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«La fórmula siempre tarda exactamente lo mismo en cualquier computadora».</a:t>
            </a:r>
          </a:p>
        </p:txBody>
      </p:sp>
    </p:spTree>
    <p:extLst>
      <p:ext uri="{BB962C8B-B14F-4D97-AF65-F5344CB8AC3E}">
        <p14:creationId xmlns:p14="http://schemas.microsoft.com/office/powerpoint/2010/main" val="73080404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0327F7-D49C-4B7D-9F7E-1C570027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861-0F12-4047-B803-84BCC49F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34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5BD8B-4A91-4CC9-9B2C-486B0406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REVISIÓN DE LA SUBASTA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1C052-76F4-40D3-8CF3-9947B22E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F6193D-4B9D-4359-9C1D-AAE58C7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Redistribuyan sus 100 créditos usando la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Por cada cambio, escriban: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qué observación modificó su decisión;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qué supuesto permanece;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qué riesgo o límite conserva la estrategia elegida.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Cierren con esta reorganización: «Antes comparaba ______; ahora comparo ______ bajo el modelo de costo ______».</a:t>
            </a:r>
          </a:p>
        </p:txBody>
      </p:sp>
    </p:spTree>
    <p:extLst>
      <p:ext uri="{BB962C8B-B14F-4D97-AF65-F5344CB8AC3E}">
        <p14:creationId xmlns:p14="http://schemas.microsoft.com/office/powerpoint/2010/main" val="22435997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5F819-55EC-4F6F-B72B-A0DAE38A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49548-9638-4FBF-B22C-79884B3F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35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BC779-4989-4AF3-A049-D77B53DC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AUDITORÍA ENTRE PAREJAS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F2B82F-1D80-4165-A16C-C84D418A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7B03D-3FEC-4BEF-B454-6BFB3878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Otra pareja revisará: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casos de prueba;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operación básica;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expresión de costo;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control experimental;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• correspondencia entre datos y conclusión.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Respondan cada observación con «aceptada», «rechazada» o «pendiente», seguida de evidencia.</a:t>
            </a:r>
          </a:p>
        </p:txBody>
      </p:sp>
    </p:spTree>
    <p:extLst>
      <p:ext uri="{BB962C8B-B14F-4D97-AF65-F5344CB8AC3E}">
        <p14:creationId xmlns:p14="http://schemas.microsoft.com/office/powerpoint/2010/main" val="147089097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BC7FE-1C06-486C-990D-B40A30C2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4C871-C0BA-4AE2-A63C-F2238C42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36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B65C3-5049-4815-A9B5-A026BED8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DECISIÓN ARGUMENTADA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08543-7E1E-42C4-ABC6-3673CDF4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8296B-D544-4182-B12D-0B488949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Completen en pareja: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«Para entradas ______ elegiríamos ______ porque su costo ______. Esta afirmación usa como operación básica ______. El experimento mostró ______, pero no permite concluir ______.»</a:t>
            </a:r>
          </a:p>
        </p:txBody>
      </p:sp>
    </p:spTree>
    <p:extLst>
      <p:ext uri="{BB962C8B-B14F-4D97-AF65-F5344CB8AC3E}">
        <p14:creationId xmlns:p14="http://schemas.microsoft.com/office/powerpoint/2010/main" val="91103663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19ADD-2AF0-4963-8DD6-A87FEDFDC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9F141-272A-404D-A15E-7C6F703E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37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82961D-DE52-4A9E-B2B1-C64058C6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CIERRE INDIVIDUAL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9745BD-0E2E-4B51-8BB7-E4F87809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FF6F6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37855-A038-4856-87F6-1C76AF1D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Responde sin consultar a tu pareja: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1. ¿Por qué n/2 iteraciones no garantiza la mitad de todas las operaciones?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2. ¿Qué diferencia existe entre contar y cronometrar?</a:t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3. ¿Qué algoritmo elegirías para n=10⁶ y bajo qué supuesto?</a:t>
            </a:r>
          </a:p>
        </p:txBody>
      </p:sp>
    </p:spTree>
    <p:extLst>
      <p:ext uri="{BB962C8B-B14F-4D97-AF65-F5344CB8AC3E}">
        <p14:creationId xmlns:p14="http://schemas.microsoft.com/office/powerpoint/2010/main" val="300120543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5656-34D5-4610-9731-6B13FF14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777EB-6796-4E90-9A6A-135B6FF3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38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CFAE35-2009-4DA5-BC91-96D83503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IDEA QUE NOS LLEVAMOS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81A835-9412-4AB1-AE0D-BBBF0CFE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74DFA-750E-4D38-A071-AEBC2540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Comparar algoritmos exige declarar el tamaño de entrada, la operación básica y el modelo de costo.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El pseudocódigo permite razonar; la implementación permite experimentar. Ninguna medición aislada reemplaza el análisis, y ningún análisis ignora las condiciones reales de ejecución.</a:t>
            </a:r>
          </a:p>
        </p:txBody>
      </p:sp>
    </p:spTree>
    <p:extLst>
      <p:ext uri="{BB962C8B-B14F-4D97-AF65-F5344CB8AC3E}">
        <p14:creationId xmlns:p14="http://schemas.microsoft.com/office/powerpoint/2010/main" val="630611204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DCDC5-88D0-4A9B-8B9B-3340C7F5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89B82A-5BF6-4565-B2BD-E7078157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39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D4A93-031A-44B7-9927-770F3514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35C7C2"/>
                </a:solidFill>
                <a:latin typeface="Bitstream Charter"/>
                <a:ea typeface="Bitstream Charter"/>
                <a:cs typeface="Bitstream Charter"/>
              </a:rPr>
              <a:t>PRÓXIMA SESIÓN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BF711-9039-4E60-AAC4-0307E7A7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69876-9181-4DF0-809D-F30F5A4B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Transformaremos los conteos en funciones y compararemos sus patrones de crecimiento.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La pregunta será: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¿qué información conservamos cuando dejamos de mirar cada operación exacta y nos concentramos en lo que ocurre al crecer n?</a:t>
            </a:r>
          </a:p>
        </p:txBody>
      </p:sp>
    </p:spTree>
    <p:extLst>
      <p:ext uri="{BB962C8B-B14F-4D97-AF65-F5344CB8AC3E}">
        <p14:creationId xmlns:p14="http://schemas.microsoft.com/office/powerpoint/2010/main" val="44161366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10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50D40-27AF-4C09-ACB2-7CB4D3FF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C7C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970DB-D34B-40E1-ADE8-5232E878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63436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B9C7D8"/>
                </a:solidFill>
                <a:latin typeface="Bitstream Charter"/>
                <a:ea typeface="Bitstream Charter"/>
                <a:cs typeface="Bitstream Charter"/>
              </a:rPr>
              <a:t>40 / 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75FE4-1A80-4305-A1FA-9BD6376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000" b="1">
                <a:solidFill>
                  <a:srgbClr val="FF6F61"/>
                </a:solidFill>
                <a:latin typeface="Bitstream Charter"/>
                <a:ea typeface="Bitstream Charter"/>
                <a:cs typeface="Bitstream Charter"/>
              </a:rPr>
              <a:t>FUENTES DE LA SECUENCIA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B2710-6184-425A-9CE9-07F5B3A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4762500"/>
          </a:xfrm>
          <a:prstGeom xmlns:a="http://schemas.openxmlformats.org/drawingml/2006/main" prst="roundRect">
            <a:avLst>
              <a:gd name="adj" fmla="val 4400"/>
            </a:avLst>
          </a:prstGeom>
          <a:solidFill xmlns:a="http://schemas.openxmlformats.org/drawingml/2006/main">
            <a:srgbClr val="18263A"/>
          </a:solidFill>
          <a:ln xmlns:a="http://schemas.openxmlformats.org/drawingml/2006/main" w="19050">
            <a:solidFill>
              <a:srgbClr val="35C7C2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03617-F178-48FC-ABBE-E6E5A5D33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363200" cy="424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Material base del curso, páginas 22–89; material Crecimiento de funciones; guiones docentes de conteo de operaciones, comparación de algoritmos e intuición del crecimiento.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>
                <a:solidFill>
                  <a:srgbClr val="F6F0E5"/>
                </a:solidFill>
                <a:latin typeface="Bitstream Charter"/>
                <a:ea typeface="Bitstream Charter"/>
                <a:cs typeface="Bitstream Charter"/>
              </a:rPr>
              <a:t>Python y MATLAB se usan como medios de contraste; el pseudocódigo conserva el papel principal.</a:t>
            </a:r>
          </a:p>
        </p:txBody>
      </p:sp>
    </p:spTree>
    <p:extLst>
      <p:ext uri="{BB962C8B-B14F-4D97-AF65-F5344CB8AC3E}">
        <p14:creationId xmlns:p14="http://schemas.microsoft.com/office/powerpoint/2010/main" val="2714243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2026-09-21T18:08:26.7140000Z</dcterms:created>
  <dcterms:modified xsi:type="dcterms:W3CDTF">2026-09-21T18:08:26.7140000Z</dcterms:modified>
</coreProperties>
</file>