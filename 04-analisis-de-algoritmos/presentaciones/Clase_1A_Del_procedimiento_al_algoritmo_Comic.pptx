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598940bde4826" /><Relationship Type="http://schemas.openxmlformats.org/officeDocument/2006/relationships/extended-properties" Target="/docProps/app.xml" Id="R69d010cc2cc7491d" /><Relationship Type="http://schemas.openxmlformats.org/officeDocument/2006/relationships/officeDocument" Target="/ppt/presentation.xml" Id="Rff0b25ff36f8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ca8e3ac7d475a"/>
  </p:sldMasterIdLst>
  <p:notesMasterIdLst>
    <p:notesMasterId xmlns:r="http://schemas.openxmlformats.org/officeDocument/2006/relationships" r:id="R3d7ac69bf712483a"/>
  </p:notesMasterIdLst>
  <p:sldIdLst>
    <p:sldId xmlns:r="http://schemas.openxmlformats.org/officeDocument/2006/relationships" id="256" r:id="R3554fe2d9bb0402c"/>
    <p:sldId xmlns:r="http://schemas.openxmlformats.org/officeDocument/2006/relationships" id="257" r:id="R9758241179b44ad4"/>
    <p:sldId xmlns:r="http://schemas.openxmlformats.org/officeDocument/2006/relationships" id="258" r:id="R1bd0ca98be1b4b2b"/>
    <p:sldId xmlns:r="http://schemas.openxmlformats.org/officeDocument/2006/relationships" id="259" r:id="Rfbbbdf05cab247a1"/>
    <p:sldId xmlns:r="http://schemas.openxmlformats.org/officeDocument/2006/relationships" id="260" r:id="R11d8e4f4cffb461f"/>
    <p:sldId xmlns:r="http://schemas.openxmlformats.org/officeDocument/2006/relationships" id="261" r:id="R3e09192a2c6b45ba"/>
    <p:sldId xmlns:r="http://schemas.openxmlformats.org/officeDocument/2006/relationships" id="262" r:id="R4911aa2fa92b4ecf"/>
    <p:sldId xmlns:r="http://schemas.openxmlformats.org/officeDocument/2006/relationships" id="263" r:id="R57c0dccb5f224022"/>
    <p:sldId xmlns:r="http://schemas.openxmlformats.org/officeDocument/2006/relationships" id="264" r:id="Rd11f17671a58418c"/>
    <p:sldId xmlns:r="http://schemas.openxmlformats.org/officeDocument/2006/relationships" id="265" r:id="R1eabf3f3046f48f7"/>
    <p:sldId xmlns:r="http://schemas.openxmlformats.org/officeDocument/2006/relationships" id="266" r:id="Rbab17326cfb84b21"/>
    <p:sldId xmlns:r="http://schemas.openxmlformats.org/officeDocument/2006/relationships" id="267" r:id="Rfb6489a3875c493e"/>
    <p:sldId xmlns:r="http://schemas.openxmlformats.org/officeDocument/2006/relationships" id="268" r:id="Rf5d686084a624e70"/>
    <p:sldId xmlns:r="http://schemas.openxmlformats.org/officeDocument/2006/relationships" id="269" r:id="Rfea26147c26d4e66"/>
    <p:sldId xmlns:r="http://schemas.openxmlformats.org/officeDocument/2006/relationships" id="270" r:id="Rc3d828bc791348a7"/>
    <p:sldId xmlns:r="http://schemas.openxmlformats.org/officeDocument/2006/relationships" id="271" r:id="R51b9841d329840d1"/>
    <p:sldId xmlns:r="http://schemas.openxmlformats.org/officeDocument/2006/relationships" id="272" r:id="Re672ff034d844ee1"/>
    <p:sldId xmlns:r="http://schemas.openxmlformats.org/officeDocument/2006/relationships" id="273" r:id="R6fe9884455cf4209"/>
    <p:sldId xmlns:r="http://schemas.openxmlformats.org/officeDocument/2006/relationships" id="274" r:id="R6bdcd11747f340d2"/>
    <p:sldId xmlns:r="http://schemas.openxmlformats.org/officeDocument/2006/relationships" id="275" r:id="Rdf76c26156534a6f"/>
    <p:sldId xmlns:r="http://schemas.openxmlformats.org/officeDocument/2006/relationships" id="276" r:id="Re9666128bb0246eb"/>
    <p:sldId xmlns:r="http://schemas.openxmlformats.org/officeDocument/2006/relationships" id="277" r:id="Rc5595ae93f794cfd"/>
    <p:sldId xmlns:r="http://schemas.openxmlformats.org/officeDocument/2006/relationships" id="278" r:id="R2cbdbefacba944b3"/>
    <p:sldId xmlns:r="http://schemas.openxmlformats.org/officeDocument/2006/relationships" id="279" r:id="R84a7d23523064612"/>
    <p:sldId xmlns:r="http://schemas.openxmlformats.org/officeDocument/2006/relationships" id="280" r:id="Rb7e9bfe68a6044c2"/>
    <p:sldId xmlns:r="http://schemas.openxmlformats.org/officeDocument/2006/relationships" id="281" r:id="R2fe6f85b83f44e6d"/>
    <p:sldId xmlns:r="http://schemas.openxmlformats.org/officeDocument/2006/relationships" id="282" r:id="R4b3435085ffb422a"/>
    <p:sldId xmlns:r="http://schemas.openxmlformats.org/officeDocument/2006/relationships" id="283" r:id="Rfc2cf809b0ee4e51"/>
    <p:sldId xmlns:r="http://schemas.openxmlformats.org/officeDocument/2006/relationships" id="284" r:id="R85de4afc6e5247d1"/>
    <p:sldId xmlns:r="http://schemas.openxmlformats.org/officeDocument/2006/relationships" id="285" r:id="R5208fe6a285e487e"/>
    <p:sldId xmlns:r="http://schemas.openxmlformats.org/officeDocument/2006/relationships" id="286" r:id="Rb29aff11f9854bfa"/>
    <p:sldId xmlns:r="http://schemas.openxmlformats.org/officeDocument/2006/relationships" id="287" r:id="R1945868e3ee1409f"/>
    <p:sldId xmlns:r="http://schemas.openxmlformats.org/officeDocument/2006/relationships" id="288" r:id="Rc09d3b14025c458d"/>
    <p:sldId xmlns:r="http://schemas.openxmlformats.org/officeDocument/2006/relationships" id="289" r:id="Re45a3b6e29bd45fb"/>
    <p:sldId xmlns:r="http://schemas.openxmlformats.org/officeDocument/2006/relationships" id="290" r:id="Rae16c845f9bb44e4"/>
    <p:sldId xmlns:r="http://schemas.openxmlformats.org/officeDocument/2006/relationships" id="291" r:id="Rdf78910a5dfb4603"/>
    <p:sldId xmlns:r="http://schemas.openxmlformats.org/officeDocument/2006/relationships" id="292" r:id="R40fd71e05bcf4d33"/>
    <p:sldId xmlns:r="http://schemas.openxmlformats.org/officeDocument/2006/relationships" id="293" r:id="Rd2d7ed62ca924a58"/>
    <p:sldId xmlns:r="http://schemas.openxmlformats.org/officeDocument/2006/relationships" id="294" r:id="Rb835f8b8fdf244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5aadd65f224eb3" /><Relationship Type="http://schemas.openxmlformats.org/officeDocument/2006/relationships/slideMaster" Target="/ppt/slideMasters/slideMaster1.xml" Id="R4aaca8e3ac7d475a" /><Relationship Type="http://schemas.openxmlformats.org/officeDocument/2006/relationships/notesMaster" Target="/ppt/notesMasters/notesMaster1.xml" Id="R3d7ac69bf712483a" /><Relationship Type="http://schemas.openxmlformats.org/officeDocument/2006/relationships/presProps" Target="/ppt/presProps.xml" Id="R2e631e4ae0864bfa" /><Relationship Type="http://schemas.openxmlformats.org/officeDocument/2006/relationships/tableStyles" Target="/ppt/tableStyles.xml" Id="Re1e656533ea548a9" /><Relationship Type="http://schemas.openxmlformats.org/officeDocument/2006/relationships/slide" Target="/ppt/slides/slide1.xml" Id="R3554fe2d9bb0402c" /><Relationship Type="http://schemas.openxmlformats.org/officeDocument/2006/relationships/slide" Target="/ppt/slides/slide2.xml" Id="R9758241179b44ad4" /><Relationship Type="http://schemas.openxmlformats.org/officeDocument/2006/relationships/slide" Target="/ppt/slides/slide3.xml" Id="R1bd0ca98be1b4b2b" /><Relationship Type="http://schemas.openxmlformats.org/officeDocument/2006/relationships/slide" Target="/ppt/slides/slide4.xml" Id="Rfbbbdf05cab247a1" /><Relationship Type="http://schemas.openxmlformats.org/officeDocument/2006/relationships/slide" Target="/ppt/slides/slide5.xml" Id="R11d8e4f4cffb461f" /><Relationship Type="http://schemas.openxmlformats.org/officeDocument/2006/relationships/slide" Target="/ppt/slides/slide6.xml" Id="R3e09192a2c6b45ba" /><Relationship Type="http://schemas.openxmlformats.org/officeDocument/2006/relationships/slide" Target="/ppt/slides/slide7.xml" Id="R4911aa2fa92b4ecf" /><Relationship Type="http://schemas.openxmlformats.org/officeDocument/2006/relationships/slide" Target="/ppt/slides/slide8.xml" Id="R57c0dccb5f224022" /><Relationship Type="http://schemas.openxmlformats.org/officeDocument/2006/relationships/slide" Target="/ppt/slides/slide9.xml" Id="Rd11f17671a58418c" /><Relationship Type="http://schemas.openxmlformats.org/officeDocument/2006/relationships/slide" Target="/ppt/slides/slide10.xml" Id="R1eabf3f3046f48f7" /><Relationship Type="http://schemas.openxmlformats.org/officeDocument/2006/relationships/slide" Target="/ppt/slides/slide11.xml" Id="Rbab17326cfb84b21" /><Relationship Type="http://schemas.openxmlformats.org/officeDocument/2006/relationships/slide" Target="/ppt/slides/slide12.xml" Id="Rfb6489a3875c493e" /><Relationship Type="http://schemas.openxmlformats.org/officeDocument/2006/relationships/slide" Target="/ppt/slides/slide13.xml" Id="Rf5d686084a624e70" /><Relationship Type="http://schemas.openxmlformats.org/officeDocument/2006/relationships/slide" Target="/ppt/slides/slide14.xml" Id="Rfea26147c26d4e66" /><Relationship Type="http://schemas.openxmlformats.org/officeDocument/2006/relationships/slide" Target="/ppt/slides/slide15.xml" Id="Rc3d828bc791348a7" /><Relationship Type="http://schemas.openxmlformats.org/officeDocument/2006/relationships/slide" Target="/ppt/slides/slide16.xml" Id="R51b9841d329840d1" /><Relationship Type="http://schemas.openxmlformats.org/officeDocument/2006/relationships/slide" Target="/ppt/slides/slide17.xml" Id="Re672ff034d844ee1" /><Relationship Type="http://schemas.openxmlformats.org/officeDocument/2006/relationships/slide" Target="/ppt/slides/slide18.xml" Id="R6fe9884455cf4209" /><Relationship Type="http://schemas.openxmlformats.org/officeDocument/2006/relationships/slide" Target="/ppt/slides/slide19.xml" Id="R6bdcd11747f340d2" /><Relationship Type="http://schemas.openxmlformats.org/officeDocument/2006/relationships/slide" Target="/ppt/slides/slide20.xml" Id="Rdf76c26156534a6f" /><Relationship Type="http://schemas.openxmlformats.org/officeDocument/2006/relationships/slide" Target="/ppt/slides/slide21.xml" Id="Re9666128bb0246eb" /><Relationship Type="http://schemas.openxmlformats.org/officeDocument/2006/relationships/slide" Target="/ppt/slides/slide22.xml" Id="Rc5595ae93f794cfd" /><Relationship Type="http://schemas.openxmlformats.org/officeDocument/2006/relationships/slide" Target="/ppt/slides/slide23.xml" Id="R2cbdbefacba944b3" /><Relationship Type="http://schemas.openxmlformats.org/officeDocument/2006/relationships/slide" Target="/ppt/slides/slide24.xml" Id="R84a7d23523064612" /><Relationship Type="http://schemas.openxmlformats.org/officeDocument/2006/relationships/slide" Target="/ppt/slides/slide25.xml" Id="Rb7e9bfe68a6044c2" /><Relationship Type="http://schemas.openxmlformats.org/officeDocument/2006/relationships/slide" Target="/ppt/slides/slide26.xml" Id="R2fe6f85b83f44e6d" /><Relationship Type="http://schemas.openxmlformats.org/officeDocument/2006/relationships/slide" Target="/ppt/slides/slide27.xml" Id="R4b3435085ffb422a" /><Relationship Type="http://schemas.openxmlformats.org/officeDocument/2006/relationships/slide" Target="/ppt/slides/slide28.xml" Id="Rfc2cf809b0ee4e51" /><Relationship Type="http://schemas.openxmlformats.org/officeDocument/2006/relationships/slide" Target="/ppt/slides/slide29.xml" Id="R85de4afc6e5247d1" /><Relationship Type="http://schemas.openxmlformats.org/officeDocument/2006/relationships/slide" Target="/ppt/slides/slide30.xml" Id="R5208fe6a285e487e" /><Relationship Type="http://schemas.openxmlformats.org/officeDocument/2006/relationships/slide" Target="/ppt/slides/slide31.xml" Id="Rb29aff11f9854bfa" /><Relationship Type="http://schemas.openxmlformats.org/officeDocument/2006/relationships/slide" Target="/ppt/slides/slide32.xml" Id="R1945868e3ee1409f" /><Relationship Type="http://schemas.openxmlformats.org/officeDocument/2006/relationships/slide" Target="/ppt/slides/slide33.xml" Id="Rc09d3b14025c458d" /><Relationship Type="http://schemas.openxmlformats.org/officeDocument/2006/relationships/slide" Target="/ppt/slides/slide34.xml" Id="Re45a3b6e29bd45fb" /><Relationship Type="http://schemas.openxmlformats.org/officeDocument/2006/relationships/slide" Target="/ppt/slides/slide35.xml" Id="Rae16c845f9bb44e4" /><Relationship Type="http://schemas.openxmlformats.org/officeDocument/2006/relationships/slide" Target="/ppt/slides/slide36.xml" Id="Rdf78910a5dfb4603" /><Relationship Type="http://schemas.openxmlformats.org/officeDocument/2006/relationships/slide" Target="/ppt/slides/slide37.xml" Id="R40fd71e05bcf4d33" /><Relationship Type="http://schemas.openxmlformats.org/officeDocument/2006/relationships/slide" Target="/ppt/slides/slide38.xml" Id="Rd2d7ed62ca924a58" /><Relationship Type="http://schemas.openxmlformats.org/officeDocument/2006/relationships/slide" Target="/ppt/slides/slide39.xml" Id="Rb835f8b8fdf2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eb8b31410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b463d305e144e4" /><Relationship Type="http://schemas.openxmlformats.org/officeDocument/2006/relationships/notesMaster" Target="/ppt/notesMasters/notesMaster1.xml" Id="R312bf12996804e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1692b508ca4099" /><Relationship Type="http://schemas.openxmlformats.org/officeDocument/2006/relationships/notesMaster" Target="/ppt/notesMasters/notesMaster1.xml" Id="R429b628c71a2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7458d258124ddf" /><Relationship Type="http://schemas.openxmlformats.org/officeDocument/2006/relationships/notesMaster" Target="/ppt/notesMasters/notesMaster1.xml" Id="Rc8affc0cd324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745cfca804685" /><Relationship Type="http://schemas.openxmlformats.org/officeDocument/2006/relationships/notesMaster" Target="/ppt/notesMasters/notesMaster1.xml" Id="R6bf11b39d350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c257a13a646ad" /><Relationship Type="http://schemas.openxmlformats.org/officeDocument/2006/relationships/notesMaster" Target="/ppt/notesMasters/notesMaster1.xml" Id="R085dfe0d16374e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ca6becc6a44a6" /><Relationship Type="http://schemas.openxmlformats.org/officeDocument/2006/relationships/notesMaster" Target="/ppt/notesMasters/notesMaster1.xml" Id="R5b971f11381f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8842f7bebc4042" /><Relationship Type="http://schemas.openxmlformats.org/officeDocument/2006/relationships/notesMaster" Target="/ppt/notesMasters/notesMaster1.xml" Id="R266f7583e0204d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c613f8294745cd" /><Relationship Type="http://schemas.openxmlformats.org/officeDocument/2006/relationships/notesMaster" Target="/ppt/notesMasters/notesMaster1.xml" Id="Rf062c4b2890142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099e08b6744b67" /><Relationship Type="http://schemas.openxmlformats.org/officeDocument/2006/relationships/notesMaster" Target="/ppt/notesMasters/notesMaster1.xml" Id="R038300c87d5240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6b0033456b4fec" /><Relationship Type="http://schemas.openxmlformats.org/officeDocument/2006/relationships/notesMaster" Target="/ppt/notesMasters/notesMaster1.xml" Id="R1ab68bb7437744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b6eb701e694a38" /><Relationship Type="http://schemas.openxmlformats.org/officeDocument/2006/relationships/notesMaster" Target="/ppt/notesMasters/notesMaster1.xml" Id="Rab4f09ae5f574b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cf1e00cc5d4561" /><Relationship Type="http://schemas.openxmlformats.org/officeDocument/2006/relationships/notesMaster" Target="/ppt/notesMasters/notesMaster1.xml" Id="R99b7d47c14f349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890f2c83fa4338" /><Relationship Type="http://schemas.openxmlformats.org/officeDocument/2006/relationships/notesMaster" Target="/ppt/notesMasters/notesMaster1.xml" Id="Ra99e6b26dc2e4b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c0f5721a9f4573" /><Relationship Type="http://schemas.openxmlformats.org/officeDocument/2006/relationships/notesMaster" Target="/ppt/notesMasters/notesMaster1.xml" Id="R19dd0af683bf42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501eeb5ce944bb" /><Relationship Type="http://schemas.openxmlformats.org/officeDocument/2006/relationships/notesMaster" Target="/ppt/notesMasters/notesMaster1.xml" Id="Rac4a95f9f3c140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46e72e43a240ce" /><Relationship Type="http://schemas.openxmlformats.org/officeDocument/2006/relationships/notesMaster" Target="/ppt/notesMasters/notesMaster1.xml" Id="Ree2202bc9b9944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4ff15b28cc4b25" /><Relationship Type="http://schemas.openxmlformats.org/officeDocument/2006/relationships/notesMaster" Target="/ppt/notesMasters/notesMaster1.xml" Id="Re0645c7180c247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b5ff8b3f96443c" /><Relationship Type="http://schemas.openxmlformats.org/officeDocument/2006/relationships/notesMaster" Target="/ppt/notesMasters/notesMaster1.xml" Id="R133b7890948245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5ffcdeb0b44ad2" /><Relationship Type="http://schemas.openxmlformats.org/officeDocument/2006/relationships/notesMaster" Target="/ppt/notesMasters/notesMaster1.xml" Id="Rc14aa4908fcd46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bd2828ac774d2e" /><Relationship Type="http://schemas.openxmlformats.org/officeDocument/2006/relationships/notesMaster" Target="/ppt/notesMasters/notesMaster1.xml" Id="Ra3746df5880f44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42ffe3f8ec490c" /><Relationship Type="http://schemas.openxmlformats.org/officeDocument/2006/relationships/notesMaster" Target="/ppt/notesMasters/notesMaster1.xml" Id="Rc4fb3a05c8924a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677274f52a4d7e" /><Relationship Type="http://schemas.openxmlformats.org/officeDocument/2006/relationships/notesMaster" Target="/ppt/notesMasters/notesMaster1.xml" Id="R4c4b645a228745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2d0e7ce5f24c0c" /><Relationship Type="http://schemas.openxmlformats.org/officeDocument/2006/relationships/notesMaster" Target="/ppt/notesMasters/notesMaster1.xml" Id="R2eef318d551d411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a1a8f706cd4acb" /><Relationship Type="http://schemas.openxmlformats.org/officeDocument/2006/relationships/notesMaster" Target="/ppt/notesMasters/notesMaster1.xml" Id="R5ee2a59e5b8543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89d330490a48e7" /><Relationship Type="http://schemas.openxmlformats.org/officeDocument/2006/relationships/notesMaster" Target="/ppt/notesMasters/notesMaster1.xml" Id="Rba2c6ff8e7024e7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43e447800d42e8" /><Relationship Type="http://schemas.openxmlformats.org/officeDocument/2006/relationships/notesMaster" Target="/ppt/notesMasters/notesMaster1.xml" Id="R2d941a7285124a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d0563d9cb74ac5" /><Relationship Type="http://schemas.openxmlformats.org/officeDocument/2006/relationships/notesMaster" Target="/ppt/notesMasters/notesMaster1.xml" Id="R26a0ac90c0e54a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7a27b8779d54921" /><Relationship Type="http://schemas.openxmlformats.org/officeDocument/2006/relationships/notesMaster" Target="/ppt/notesMasters/notesMaster1.xml" Id="R3a548c278e7148a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b78089420b42a4" /><Relationship Type="http://schemas.openxmlformats.org/officeDocument/2006/relationships/notesMaster" Target="/ppt/notesMasters/notesMaster1.xml" Id="R7ccd19f1ae664c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46c6d5bdb2e4a7c" /><Relationship Type="http://schemas.openxmlformats.org/officeDocument/2006/relationships/notesMaster" Target="/ppt/notesMasters/notesMaster1.xml" Id="R0e5ddf2fe08c49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1d789d9b8346f0" /><Relationship Type="http://schemas.openxmlformats.org/officeDocument/2006/relationships/notesMaster" Target="/ppt/notesMasters/notesMaster1.xml" Id="R0742b3a875eb43f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6682d6b0a20436a" /><Relationship Type="http://schemas.openxmlformats.org/officeDocument/2006/relationships/notesMaster" Target="/ppt/notesMasters/notesMaster1.xml" Id="R592e8df6ee5847a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cfa14c6f318471d" /><Relationship Type="http://schemas.openxmlformats.org/officeDocument/2006/relationships/notesMaster" Target="/ppt/notesMasters/notesMaster1.xml" Id="R9054ecdab01d42d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6f32ee2ea7045a3" /><Relationship Type="http://schemas.openxmlformats.org/officeDocument/2006/relationships/notesMaster" Target="/ppt/notesMasters/notesMaster1.xml" Id="R35163214462344c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6960eae0849406c" /><Relationship Type="http://schemas.openxmlformats.org/officeDocument/2006/relationships/notesMaster" Target="/ppt/notesMasters/notesMaster1.xml" Id="R12cf0dc6437d4f8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a126bfbc90240bc" /><Relationship Type="http://schemas.openxmlformats.org/officeDocument/2006/relationships/notesMaster" Target="/ppt/notesMasters/notesMaster1.xml" Id="R1325ade271eb4e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387c259ffe84713" /><Relationship Type="http://schemas.openxmlformats.org/officeDocument/2006/relationships/notesMaster" Target="/ppt/notesMasters/notesMaster1.xml" Id="R4a0ed7854d10441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e5d4f74d0884866" /><Relationship Type="http://schemas.openxmlformats.org/officeDocument/2006/relationships/notesMaster" Target="/ppt/notesMasters/notesMaster1.xml" Id="R32fa23b2776c4a8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8220ab531924470" /><Relationship Type="http://schemas.openxmlformats.org/officeDocument/2006/relationships/notesMaster" Target="/ppt/notesMasters/notesMaster1.xml" Id="R02205c266d264d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ae5aff6ca46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506be38594d45" /><Relationship Type="http://schemas.openxmlformats.org/officeDocument/2006/relationships/slideLayout" Target="/ppt/slideLayouts/slideLayout1.xml" Id="Rd5123bf4c645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123bf4c645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d9b35fd14a21" /><Relationship Type="http://schemas.openxmlformats.org/officeDocument/2006/relationships/image" Target="/ppt/media/image.png" Id="R40534aef7bbe46e3" /><Relationship Type="http://schemas.openxmlformats.org/officeDocument/2006/relationships/notesSlide" Target="/ppt/notesSlides/notesSlide1.xml" Id="R41e2a2789459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afa94d5b14307" /><Relationship Type="http://schemas.openxmlformats.org/officeDocument/2006/relationships/notesSlide" Target="/ppt/notesSlides/notesSlide2.xml" Id="R064f53c50bbd4e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3ee3b16da455e" /><Relationship Type="http://schemas.openxmlformats.org/officeDocument/2006/relationships/notesSlide" Target="/ppt/notesSlides/notesSlide3.xml" Id="Rd576582510f2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04c4bc9f4593" /><Relationship Type="http://schemas.openxmlformats.org/officeDocument/2006/relationships/notesSlide" Target="/ppt/notesSlides/notesSlide4.xml" Id="Rfe52e5e94457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e6c3dde3a4adc" /><Relationship Type="http://schemas.openxmlformats.org/officeDocument/2006/relationships/notesSlide" Target="/ppt/notesSlides/notesSlide5.xml" Id="R9bed92a450ef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2015edaa54fc4" /><Relationship Type="http://schemas.openxmlformats.org/officeDocument/2006/relationships/image" Target="/ppt/media/image2.png" Id="Rb35d21c4185048b1" /><Relationship Type="http://schemas.openxmlformats.org/officeDocument/2006/relationships/notesSlide" Target="/ppt/notesSlides/notesSlide6.xml" Id="R306c9796424443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7716e1eb248af" /><Relationship Type="http://schemas.openxmlformats.org/officeDocument/2006/relationships/notesSlide" Target="/ppt/notesSlides/notesSlide7.xml" Id="Rd77ce7c16c4444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1c9b24f41432c" /><Relationship Type="http://schemas.openxmlformats.org/officeDocument/2006/relationships/image" Target="/ppt/media/image3.png" Id="Rde93675293214d7e" /><Relationship Type="http://schemas.openxmlformats.org/officeDocument/2006/relationships/notesSlide" Target="/ppt/notesSlides/notesSlide8.xml" Id="R43e9211b40644a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1f1a626f34afc" /><Relationship Type="http://schemas.openxmlformats.org/officeDocument/2006/relationships/notesSlide" Target="/ppt/notesSlides/notesSlide9.xml" Id="R74894454eeb6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a19d1835847d3" /><Relationship Type="http://schemas.openxmlformats.org/officeDocument/2006/relationships/notesSlide" Target="/ppt/notesSlides/notesSlide10.xml" Id="R6304ddec669945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07e9484f648df" /><Relationship Type="http://schemas.openxmlformats.org/officeDocument/2006/relationships/notesSlide" Target="/ppt/notesSlides/notesSlide11.xml" Id="R1cd45be04a2945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937c2a7194404" /><Relationship Type="http://schemas.openxmlformats.org/officeDocument/2006/relationships/notesSlide" Target="/ppt/notesSlides/notesSlide12.xml" Id="R879123ccb6a346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008a82fa74ec2" /><Relationship Type="http://schemas.openxmlformats.org/officeDocument/2006/relationships/notesSlide" Target="/ppt/notesSlides/notesSlide13.xml" Id="R4eb2757c72c246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459b3a78b4f40" /><Relationship Type="http://schemas.openxmlformats.org/officeDocument/2006/relationships/notesSlide" Target="/ppt/notesSlides/notesSlide14.xml" Id="R5e5ac0687fd548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475fe3448400f" /><Relationship Type="http://schemas.openxmlformats.org/officeDocument/2006/relationships/notesSlide" Target="/ppt/notesSlides/notesSlide15.xml" Id="R918b7f6cb64949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43eeaf2984f2e" /><Relationship Type="http://schemas.openxmlformats.org/officeDocument/2006/relationships/notesSlide" Target="/ppt/notesSlides/notesSlide16.xml" Id="Rd621c45ed48e4f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770f965b40d2" /><Relationship Type="http://schemas.openxmlformats.org/officeDocument/2006/relationships/notesSlide" Target="/ppt/notesSlides/notesSlide17.xml" Id="Rb20f7a5ef51940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e26f25214694" /><Relationship Type="http://schemas.openxmlformats.org/officeDocument/2006/relationships/notesSlide" Target="/ppt/notesSlides/notesSlide18.xml" Id="R95b29414011b4b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56bcd220443cd" /><Relationship Type="http://schemas.openxmlformats.org/officeDocument/2006/relationships/notesSlide" Target="/ppt/notesSlides/notesSlide19.xml" Id="R18ca7c25953c4f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c458ac893444d" /><Relationship Type="http://schemas.openxmlformats.org/officeDocument/2006/relationships/notesSlide" Target="/ppt/notesSlides/notesSlide20.xml" Id="Rb161e293af3b43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bd8f06af24c23" /><Relationship Type="http://schemas.openxmlformats.org/officeDocument/2006/relationships/notesSlide" Target="/ppt/notesSlides/notesSlide21.xml" Id="Rd5ae8b9705f947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a15e53a224e08" /><Relationship Type="http://schemas.openxmlformats.org/officeDocument/2006/relationships/notesSlide" Target="/ppt/notesSlides/notesSlide22.xml" Id="R21d2ce436d7142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f9b7db7204def" /><Relationship Type="http://schemas.openxmlformats.org/officeDocument/2006/relationships/notesSlide" Target="/ppt/notesSlides/notesSlide23.xml" Id="R7d434d23ec35441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28faa7a7a4277" /><Relationship Type="http://schemas.openxmlformats.org/officeDocument/2006/relationships/notesSlide" Target="/ppt/notesSlides/notesSlide24.xml" Id="R0912bdd02b4e43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c4570d2a549cb" /><Relationship Type="http://schemas.openxmlformats.org/officeDocument/2006/relationships/notesSlide" Target="/ppt/notesSlides/notesSlide25.xml" Id="Refe510257a5941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e1c4cbb4745ea" /><Relationship Type="http://schemas.openxmlformats.org/officeDocument/2006/relationships/image" Target="/ppt/media/image4.png" Id="R90a33eac5d984274" /><Relationship Type="http://schemas.openxmlformats.org/officeDocument/2006/relationships/notesSlide" Target="/ppt/notesSlides/notesSlide26.xml" Id="R04d691a75eb847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4fdb505c34da6" /><Relationship Type="http://schemas.openxmlformats.org/officeDocument/2006/relationships/notesSlide" Target="/ppt/notesSlides/notesSlide27.xml" Id="Re69e995b4c8d42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8a9fd0493406e" /><Relationship Type="http://schemas.openxmlformats.org/officeDocument/2006/relationships/notesSlide" Target="/ppt/notesSlides/notesSlide28.xml" Id="Rce76405cf0154b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455d1b8e342d5" /><Relationship Type="http://schemas.openxmlformats.org/officeDocument/2006/relationships/notesSlide" Target="/ppt/notesSlides/notesSlide29.xml" Id="R0250dd0a7f6e4e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cd20bc3f145b9" /><Relationship Type="http://schemas.openxmlformats.org/officeDocument/2006/relationships/notesSlide" Target="/ppt/notesSlides/notesSlide30.xml" Id="R297086013f9e4f4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bdad78cb74e62" /><Relationship Type="http://schemas.openxmlformats.org/officeDocument/2006/relationships/notesSlide" Target="/ppt/notesSlides/notesSlide31.xml" Id="R1a37f69489834a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e37e3c50346a9" /><Relationship Type="http://schemas.openxmlformats.org/officeDocument/2006/relationships/notesSlide" Target="/ppt/notesSlides/notesSlide32.xml" Id="R6365af5942cd491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9f8b49d8c49cc" /><Relationship Type="http://schemas.openxmlformats.org/officeDocument/2006/relationships/notesSlide" Target="/ppt/notesSlides/notesSlide33.xml" Id="Rd1b71d881b83453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43c17bfa94171" /><Relationship Type="http://schemas.openxmlformats.org/officeDocument/2006/relationships/notesSlide" Target="/ppt/notesSlides/notesSlide34.xml" Id="R6957d8de413a4f1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c56d3bbf04ab3" /><Relationship Type="http://schemas.openxmlformats.org/officeDocument/2006/relationships/notesSlide" Target="/ppt/notesSlides/notesSlide35.xml" Id="Rb7bed1ba7acb448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d64e862f64fb2" /><Relationship Type="http://schemas.openxmlformats.org/officeDocument/2006/relationships/notesSlide" Target="/ppt/notesSlides/notesSlide36.xml" Id="R1f33321af0ca4d6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1f166325b486d" /><Relationship Type="http://schemas.openxmlformats.org/officeDocument/2006/relationships/notesSlide" Target="/ppt/notesSlides/notesSlide37.xml" Id="Ra9bcae8e2ef14a0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3961d3ce446c2" /><Relationship Type="http://schemas.openxmlformats.org/officeDocument/2006/relationships/notesSlide" Target="/ppt/notesSlides/notesSlide38.xml" Id="Ra5b66015ef154f8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bb438e3e849db" /><Relationship Type="http://schemas.openxmlformats.org/officeDocument/2006/relationships/notesSlide" Target="/ppt/notesSlides/notesSlide39.xml" Id="R782562360884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10821-C6D1-450F-AA0C-9B9BFA84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3354E-26DD-4BB8-9EBD-DB90ACD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01 / 39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34aef7bbe46e3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8C63B-481C-4AD6-ADA9-9A4DD656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SESIÓN 1A</a:t>
            </a:r>
          </a:p>
          <a:p xmlns:a="http://schemas.openxmlformats.org/drawingml/2006/main">
            <a:pPr>
              <a:def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DEL PROCEDIMIENTO AL ALGORITMO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CCCF3-C45F-428B-AA65-DD870D9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F155-4DB1-4165-9CF4-A6F35AEB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Reto de especificación: ¿podemos comunicar a otra persona cómo construir un barco de papel sin depender de gestos ni adivinanzas?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Análisis y Diseño de Algoritmos · 90 minutos</a:t>
            </a:r>
          </a:p>
        </p:txBody>
      </p:sp>
    </p:spTree>
    <p:extLst>
      <p:ext uri="{BB962C8B-B14F-4D97-AF65-F5344CB8AC3E}">
        <p14:creationId xmlns:p14="http://schemas.microsoft.com/office/powerpoint/2010/main" val="19231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5439A-C40D-4F62-98DA-C72B4C7B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479AE-CC77-47CF-84CC-D22FF2A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02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391C9-7C36-495A-AFF6-D819FFBF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PREGUNTA DE LA SESIÓN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BE340-B1B8-42A1-B65F-E71B7334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57BF7-5C6B-4D14-8872-004854D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¿Cómo le decimos a una máquina —o a una persona que actúa como máquina— exactamente qué debe hacer?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Hoy no buscamos escribir código. Buscamos descubrir qué convierte una intención en un procedimiento ejecutable y verificable.</a:t>
            </a:r>
          </a:p>
        </p:txBody>
      </p:sp>
    </p:spTree>
    <p:extLst>
      <p:ext uri="{BB962C8B-B14F-4D97-AF65-F5344CB8AC3E}">
        <p14:creationId xmlns:p14="http://schemas.microsoft.com/office/powerpoint/2010/main" val="283099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74A3A-D5A0-4525-82B6-E1F7ECD3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6076D-1B8A-4BCC-B0C2-8392B43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03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C2194-5422-437F-B503-13D5C49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META DE APRENDIZAJE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2C3C8-3B51-40D8-92B5-435713F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36FC-17EE-4E2C-BB63-FC828C29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terminar podrás: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identificar entrada, salida y operaciones;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detectar instrucciones ambiguas;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representar un procedimiento con pseudocódigo;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seguir una traza;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contar una operación básica como función de la entrada.</a:t>
            </a:r>
          </a:p>
        </p:txBody>
      </p:sp>
    </p:spTree>
    <p:extLst>
      <p:ext uri="{BB962C8B-B14F-4D97-AF65-F5344CB8AC3E}">
        <p14:creationId xmlns:p14="http://schemas.microsoft.com/office/powerpoint/2010/main" val="1012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6A4CD-178D-4B66-B4E8-C74A3EA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B766D-DFB8-47E7-8568-9E97CE03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04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6745D-7107-498C-8028-4F0D1A3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RUTA DE 90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E88DD-99F4-4892-BDDA-F95867A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6F312-5BF5-4EC1-89F5-0D78105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Activación ·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Diseño del algoritmo · 20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Ejecución cruzada · 20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Depuración y formalización · 25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Escalamiento y cierre · 15 min</a:t>
            </a:r>
          </a:p>
        </p:txBody>
      </p:sp>
    </p:spTree>
    <p:extLst>
      <p:ext uri="{BB962C8B-B14F-4D97-AF65-F5344CB8AC3E}">
        <p14:creationId xmlns:p14="http://schemas.microsoft.com/office/powerpoint/2010/main" val="1184300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44613-C920-46A4-BB18-E1D12512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D8CE5-D014-4C0C-8578-0424060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05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0F2EC-F142-47DA-82CC-AE4F5576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EVIDENCIAS DE HOY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B8B0A-CB0E-4504-9FCB-03AF34A4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263D0-DCB1-457A-B906-CD1046FA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Tu pareja producirá: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una especificación del problema;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un algoritmo en pseudocódigo;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una traza de ejecución;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4. una versión corregida.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Cada integrante entregará una explicación final individual.</a:t>
            </a:r>
          </a:p>
        </p:txBody>
      </p:sp>
    </p:spTree>
    <p:extLst>
      <p:ext uri="{BB962C8B-B14F-4D97-AF65-F5344CB8AC3E}">
        <p14:creationId xmlns:p14="http://schemas.microsoft.com/office/powerpoint/2010/main" val="2104888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3DBC7-3A29-4B13-B511-A4766881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6C5A9-276B-4791-B882-0751B9C3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06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BC175-E6BF-45FD-9B75-7F506AB5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TRABAJO EN PAREJA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d21c4185048b1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B9540-BF4E-438D-9C4F-52AE113A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Primera ronda: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Diseñador/a: redacta y justifica las instrucciones.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Ejecutor/a crítico/a: obedece literalmente y registra ambigüedades.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Segunda ronda: intercambien funciones. Ambas personas deben diseñar, ejecutar y explicar.</a:t>
            </a:r>
          </a:p>
        </p:txBody>
      </p:sp>
    </p:spTree>
    <p:extLst>
      <p:ext uri="{BB962C8B-B14F-4D97-AF65-F5344CB8AC3E}">
        <p14:creationId xmlns:p14="http://schemas.microsoft.com/office/powerpoint/2010/main" val="1432042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B35A9-782E-4369-8D82-192E0002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3EBEE-F4CC-4304-921F-4CD35DBC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07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82958-B7B6-4CE5-B9E4-6E2B487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ACTIVACIÓN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2B180-32D8-4CC3-804D-0C78CAB1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4F70E-9DA7-41C1-BDE2-249D4F59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Sin hablar con tu pareja, escribe durante dos minutos: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¿Qué diferencia existe entre «sé hacer un barco» y «puedo describir un algoritmo para hacerlo»?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Incluye un ejemplo de una decisión que normalmente tomas sin expresarla.</a:t>
            </a:r>
          </a:p>
        </p:txBody>
      </p:sp>
    </p:spTree>
    <p:extLst>
      <p:ext uri="{BB962C8B-B14F-4D97-AF65-F5344CB8AC3E}">
        <p14:creationId xmlns:p14="http://schemas.microsoft.com/office/powerpoint/2010/main" val="1252097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E8E38-A600-4675-B2D4-79388E78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74A2-06B7-4FA9-81BA-D62937FB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08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CB413-E590-4C55-99BC-3CBF20C3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EL RETO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3675293214d7e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19ECD-63D4-451E-BADB-3B567FD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Escriban instrucciones para que otra pareja construya un barco de papel.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Condiciones: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no podrá observar el modelo terminado;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no podrá pedir demostraciones con las manos;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ejecutará literalmente lo escrito;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podrá detenerse cuando una instrucción admita varias interpretaciones.</a:t>
            </a:r>
          </a:p>
        </p:txBody>
      </p:sp>
    </p:spTree>
    <p:extLst>
      <p:ext uri="{BB962C8B-B14F-4D97-AF65-F5344CB8AC3E}">
        <p14:creationId xmlns:p14="http://schemas.microsoft.com/office/powerpoint/2010/main" val="916509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F7017-1073-4FCC-B571-4B53F16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69A2E-3C1D-49FA-A30D-CA0F7138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09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E4B2D-C794-466A-8054-54E0B38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ANTES DEL ALGORITMO: EL 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B982-776C-4D19-9F8E-A6360807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DCA89-843D-4A46-8036-AB70BC75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Todo problema necesita un acuerdo mínimo: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¿qué se recibe?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¿qué debe producirse?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¿qué operaciones están permitidas?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¿cómo se decide si el resultado es correcto?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Sin contrato, dos soluciones pueden resolver problemas diferentes.</a:t>
            </a:r>
          </a:p>
        </p:txBody>
      </p:sp>
    </p:spTree>
    <p:extLst>
      <p:ext uri="{BB962C8B-B14F-4D97-AF65-F5344CB8AC3E}">
        <p14:creationId xmlns:p14="http://schemas.microsoft.com/office/powerpoint/2010/main" val="426953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0ABD0-1D97-471B-BF31-348BDDF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9FD71-FF4C-4882-9ACD-4D0AA367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10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C6A40-80C9-4780-B242-A403ADD3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LA 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CB3AB-24ED-4923-ADB0-0A6E2613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F2ED6-E453-46AC-BB0D-302CDDB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Propuesta inicial: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una hoja tamaño carta;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regla;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tijeras.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Decidan: ¿la regla y las tijeras son datos de entrada, recursos disponibles o ambas cosas? Expliquen qué cambia si se retira uno de esos recursos.</a:t>
            </a:r>
          </a:p>
        </p:txBody>
      </p:sp>
    </p:spTree>
    <p:extLst>
      <p:ext uri="{BB962C8B-B14F-4D97-AF65-F5344CB8AC3E}">
        <p14:creationId xmlns:p14="http://schemas.microsoft.com/office/powerpoint/2010/main" val="1124575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06D0-2C28-4238-BDB2-67F04BF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92EB-3D1C-46E7-B8AE-03E3658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11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6D199-AB5D-4080-880B-D2C52B9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EL TAMAÑO DE LA 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A0D1F-1DCE-46B4-A38E-85F55205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75DF3-66D2-4F1D-96FE-90D8DA56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hoja tiene dimensiones, material y orientación. Un lote tiene además una cantidad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Hoy usaremos n para representar el número de hojas procesadas de forma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¿Qué otra propiedad podría definir el tamaño del problema?</a:t>
            </a:r>
          </a:p>
        </p:txBody>
      </p:sp>
    </p:spTree>
    <p:extLst>
      <p:ext uri="{BB962C8B-B14F-4D97-AF65-F5344CB8AC3E}">
        <p14:creationId xmlns:p14="http://schemas.microsoft.com/office/powerpoint/2010/main" val="2883454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59352-C649-44C4-8180-7ACB8670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6107-C462-469F-9B18-C3B2480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12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7FB0-7118-48C3-A72A-76800B7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LA SALIDA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1DE70-B88B-42A5-BD0A-63CD9A1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9D99-C570-4DBF-A259-E56BA16A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«Un barco de papel» todavía es impreciso.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Propongan criterios observables, por ejemplo: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se sostiene sobre una superficie;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presenta dos lados aproximadamente simétricos;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conserva una abertura inferior;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procede de la hoja entregada.</a:t>
            </a:r>
          </a:p>
        </p:txBody>
      </p:sp>
    </p:spTree>
    <p:extLst>
      <p:ext uri="{BB962C8B-B14F-4D97-AF65-F5344CB8AC3E}">
        <p14:creationId xmlns:p14="http://schemas.microsoft.com/office/powerpoint/2010/main" val="1242997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A70C3-332F-4E19-867C-558F56C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0CCBC-24A4-469E-9A88-5AF5AB42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13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06917-5922-4A14-B6B4-F1FFFAA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CRITERIOS DE ACEPTACIÓN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3B74E-E383-485E-8B38-C5B59F14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A1F10-B2A6-4453-834E-E452171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Clasifiquen cada criterio: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obligatorio;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deseable;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irrelevante para este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Después respondan: ¿un objeto puede parecer barco y, aun así, ser una salida incorrecta según el contrato?</a:t>
            </a:r>
          </a:p>
        </p:txBody>
      </p:sp>
    </p:spTree>
    <p:extLst>
      <p:ext uri="{BB962C8B-B14F-4D97-AF65-F5344CB8AC3E}">
        <p14:creationId xmlns:p14="http://schemas.microsoft.com/office/powerpoint/2010/main" val="19113140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43FEA-E53A-4987-A74A-074C5FB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53D4F-1B46-43F4-A0DC-117EFAA7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14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39EFD-0CBE-4AA5-919E-72C9510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ELEMENTOS QUE DEBEMOS NOMBRAR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49190-383A-4DFD-8448-C6DADF5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60262-85A5-4070-AAAE-5A038A0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Sobre un esquema de la hoja, rotulen: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borde · esquina · centro · línea de doblez · cara visible · cara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Después de girarla, señalen qué referencias conservan su significado. Añadan solo los términos necesarios para que cada nombre identifique una parte sin depender de gestos.</a:t>
            </a:r>
          </a:p>
        </p:txBody>
      </p:sp>
    </p:spTree>
    <p:extLst>
      <p:ext uri="{BB962C8B-B14F-4D97-AF65-F5344CB8AC3E}">
        <p14:creationId xmlns:p14="http://schemas.microsoft.com/office/powerpoint/2010/main" val="244072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C22C1-479B-4144-9F59-31FED44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3ED8D-7A35-4D22-BD7A-B5DD7266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15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73A9D-DD5A-44DB-A76B-019259B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ORIENTACIÓN Y REFERENCIAS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38D5-6816-456E-92E0-9A9EFB5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7713B-4EFD-4F5C-9438-57A2B177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«Arriba» cambia cuando giramos la hoja.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Antes de cada operación indiquen: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orientación actual;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cara visible;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borde o esquina de referencia;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destino del movimiento.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Diseñen una convención que siga siendo válida después de girar la figura.</a:t>
            </a:r>
          </a:p>
        </p:txBody>
      </p:sp>
    </p:spTree>
    <p:extLst>
      <p:ext uri="{BB962C8B-B14F-4D97-AF65-F5344CB8AC3E}">
        <p14:creationId xmlns:p14="http://schemas.microsoft.com/office/powerpoint/2010/main" val="2679810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ED176-D9A5-4FE1-8110-A17BA80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B58F-B571-481B-9EA1-A4436C4D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16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21FFC-1720-4525-BE67-8F175E3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EL 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42609-EEC9-4157-A563-0A9269EC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C040C-BE59-4B71-912E-0BA9F106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algoritmo no opera siempre sobre la hoja inicial. Cada acción produce un nuevo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Representación mínima: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estado inicial → operación → estado siguiente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una instrucción supone un doblez que aún no existe, no puede ejecutarse en ese momento.</a:t>
            </a:r>
          </a:p>
        </p:txBody>
      </p:sp>
    </p:spTree>
    <p:extLst>
      <p:ext uri="{BB962C8B-B14F-4D97-AF65-F5344CB8AC3E}">
        <p14:creationId xmlns:p14="http://schemas.microsoft.com/office/powerpoint/2010/main" val="947745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5B4DC-CCEC-4147-8409-93787652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D95E6-65DD-4C2C-B912-A9AB70E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17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5AB0B-9102-4350-B231-54CE45AE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OPERACIONES PRIMITIVAS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129DB-C62C-4001-9FE5-AAB7850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B7173-702B-4599-9F7A-DDF75496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Acuerden un conjunto pequeño de acciones permitidas: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DOBLAR · GIRAR · MARCAR · CORTAR · ABRIR · VERIFICAR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operación primitiva debe poder ejecutarse sin descomponerla en instrucciones igualmente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¿«Formar un triángulo» es primitiva? Justifiquen.</a:t>
            </a:r>
          </a:p>
        </p:txBody>
      </p:sp>
    </p:spTree>
    <p:extLst>
      <p:ext uri="{BB962C8B-B14F-4D97-AF65-F5344CB8AC3E}">
        <p14:creationId xmlns:p14="http://schemas.microsoft.com/office/powerpoint/2010/main" val="19798285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7947A-622D-43E5-B964-8B875D08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3A143-746B-4FCC-93EE-1FBEA6C5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18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E7F89-3FF1-45C6-B891-3F6F4CE7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LOS PARÁMETROS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5E9BF-488F-4BBE-A46D-21375B1A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08517-7835-4A27-8F9D-31C73B21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acción necesita información: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DOBLAR(origen, destino, sentido)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GIRAR(ángulo, dirección)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CORTAR(desde, hasta)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VERIFICAR(propiedad)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Los parámetros convierten una intención general en una operación concreta.</a:t>
            </a:r>
          </a:p>
        </p:txBody>
      </p:sp>
    </p:spTree>
    <p:extLst>
      <p:ext uri="{BB962C8B-B14F-4D97-AF65-F5344CB8AC3E}">
        <p14:creationId xmlns:p14="http://schemas.microsoft.com/office/powerpoint/2010/main" val="2361621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E1B4B-6238-40A5-9724-46E4C785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516C-7E97-48CE-B220-FB913BE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19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93CBE-3CA0-4FA8-A770-539EFDD1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PRUEBA RÁPIDA DE AMBIGÜEDAD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A986D-D457-493B-B2B2-F6AE9EA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F86DA-3A7F-4753-9A29-FF4FB4E9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Interpreta de dos maneras distintas: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«Dobla la hoja a la mitad y lleva las esquinas al centro».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¿A la mitad en qué dirección? ¿Qué esquinas? ¿Qué centro? ¿Sobre qué cara?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Reescribe la frase hasta permitir una sola interpretación razonable.</a:t>
            </a:r>
          </a:p>
        </p:txBody>
      </p:sp>
    </p:spTree>
    <p:extLst>
      <p:ext uri="{BB962C8B-B14F-4D97-AF65-F5344CB8AC3E}">
        <p14:creationId xmlns:p14="http://schemas.microsoft.com/office/powerpoint/2010/main" val="10226963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BFF1-B2C2-485A-813F-F00E30DC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B3531-FE6F-4604-9DA2-70CA0B3F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20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69AA7-3CC5-4075-AE53-616FB71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PRIMER BORRADOR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8F555-5771-4CBD-B247-36DB4803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48D51-E04A-48CF-A0BE-3FD1F42B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 ocho minutos, redacten de 8 a 15 operaciones numeradas.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No ejecuten todavía.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Incluyan: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precondición de cada etapa;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acción y parámetros;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estado esperado;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una verificación antes de continuar.</a:t>
            </a:r>
          </a:p>
        </p:txBody>
      </p:sp>
    </p:spTree>
    <p:extLst>
      <p:ext uri="{BB962C8B-B14F-4D97-AF65-F5344CB8AC3E}">
        <p14:creationId xmlns:p14="http://schemas.microsoft.com/office/powerpoint/2010/main" val="604987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F3BEF-D533-46BE-95F5-12BEA692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AA580-E2C4-44C0-A405-7690246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21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21717-D3ED-40BE-BAFB-8DA100D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PSEUDOCÓDIGO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27B75-8600-4229-A3AD-5DBC4C6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A6E5B-2249-4108-8C24-86AEF6C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ALGORITMO construir_barco(hoja)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orientar la hoja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preparar la forma inicial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realizar la secuencia de dobleces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abrir la base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verificar criterios de aceptación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devolver figura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Este es un esqueleto: aún debemos sustituir frases generales por operaciones ejecutables.</a:t>
            </a:r>
          </a:p>
        </p:txBody>
      </p:sp>
    </p:spTree>
    <p:extLst>
      <p:ext uri="{BB962C8B-B14F-4D97-AF65-F5344CB8AC3E}">
        <p14:creationId xmlns:p14="http://schemas.microsoft.com/office/powerpoint/2010/main" val="4949921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BCA73-76DE-4E2B-86B2-80941EA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A4FF5-D8D2-441D-9A54-A630F65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22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2ACEA-9119-4EC1-AE92-37D75775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PRECONDICIONES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39806-DBF8-4962-A1C8-8998C7A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FA393-8EAC-43B4-8D5D-11F17A77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precondición describe lo que debe ser cierto antes de ejecutar una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Ejemplo: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Antes de DOBLAR(esquina_superior_izquierda, línea_central, hacia_frente), la línea central debe estar marcada y la orientación debe coincidir con la convención.</a:t>
            </a:r>
          </a:p>
        </p:txBody>
      </p:sp>
    </p:spTree>
    <p:extLst>
      <p:ext uri="{BB962C8B-B14F-4D97-AF65-F5344CB8AC3E}">
        <p14:creationId xmlns:p14="http://schemas.microsoft.com/office/powerpoint/2010/main" val="2432496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82F98-E07F-45B7-B8C7-3BE0821F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10DB8-8B78-4F42-B1C1-25B73B5F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23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74390-3AE4-4002-B85C-13EFE0B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POSCONDICIONES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2E757-3DFF-491E-9D69-E37AFEF3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E8266-447D-433C-BB85-36B6A918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poscondición describe el estado esperado después de una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Ejemplo: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Después del doblez, la esquina superior izquierda coincide con la línea central y aparece un triángulo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¿Cómo verificarías esa condición sin rehacer el paso?</a:t>
            </a:r>
          </a:p>
        </p:txBody>
      </p:sp>
    </p:spTree>
    <p:extLst>
      <p:ext uri="{BB962C8B-B14F-4D97-AF65-F5344CB8AC3E}">
        <p14:creationId xmlns:p14="http://schemas.microsoft.com/office/powerpoint/2010/main" val="13757669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B8E71-6D29-458C-9BDE-D695E98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88C70-7AD5-4264-A41D-0B72356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24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9F480-888A-4291-84F8-92B40BF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EJECUCIÓN CRUZADA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98BA5-F922-406F-ACB6-206A30A0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71ACD-B1A8-47C6-BDF3-80ABB4F7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Entreguen el algoritmo a otra pareja.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pareja ejecutora: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no corrige silenciosamente;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marca cada inferencia necesaria;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registra la primera instrucción imposible o ambigua;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4. continúa solo si puede elegir una interpretación explícita.</a:t>
            </a:r>
          </a:p>
        </p:txBody>
      </p:sp>
    </p:spTree>
    <p:extLst>
      <p:ext uri="{BB962C8B-B14F-4D97-AF65-F5344CB8AC3E}">
        <p14:creationId xmlns:p14="http://schemas.microsoft.com/office/powerpoint/2010/main" val="2045733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BBE61-CDAA-4459-9E30-609808D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82FA2-F559-45B6-BE6A-8E493C82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25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8AE34-B384-4C9B-8395-3021F684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TRAZA DE EJECUCIÓN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400A1-97C0-4DB3-9CEC-9472429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9A66D-7DA3-441E-A057-B82F280B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Registren: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paso | operación | estado esperado | estado observado | decisión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traza permite reconstruir qué ocurrió. No escriban únicamente «funcionó» o «falló»: documenten el primer punto donde los estados dejaron de coincidir.</a:t>
            </a:r>
          </a:p>
        </p:txBody>
      </p:sp>
    </p:spTree>
    <p:extLst>
      <p:ext uri="{BB962C8B-B14F-4D97-AF65-F5344CB8AC3E}">
        <p14:creationId xmlns:p14="http://schemas.microsoft.com/office/powerpoint/2010/main" val="18520569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C6439-49F1-443C-AADA-3586114F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FA94E-534F-4F4F-8CBD-AFB901F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26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D179B-C89B-4D78-891E-697D689C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SI OBTUVIMOS UNA FLOR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33eac5d984274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ED21D-DD2F-4229-92F3-EE627407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intención era la misma; el estado observado fue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Busquen la causa en cuatro lugares: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especificación;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operación ambigua;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precondición;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orden o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Localicen evidencia. ¿Qué supuesto reorganizaron al comparar intención, instrucción y estado?</a:t>
            </a:r>
          </a:p>
        </p:txBody>
      </p:sp>
    </p:spTree>
    <p:extLst>
      <p:ext uri="{BB962C8B-B14F-4D97-AF65-F5344CB8AC3E}">
        <p14:creationId xmlns:p14="http://schemas.microsoft.com/office/powerpoint/2010/main" val="14887855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027B5-6857-4A81-AD72-23E54CA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F94ED-8A47-4BDE-91FD-9BE1CD7B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27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5AD41-D3D4-4231-9E68-7F70A47C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CORRECCIÓN Y TERMINACIÓN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28BC5-03E9-4C89-9370-9210F9D1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AC226-86BB-43F7-B465-7FB750B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Dos preguntas diferentes: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Si el algoritmo termina, ¿produce una salida aceptada?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¿El algoritmo termina para toda entrada permitida?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 este reto, la lista finita de operaciones facilita la terminación; la corrección aún exige contrastar la salida con el contrato.</a:t>
            </a:r>
          </a:p>
        </p:txBody>
      </p:sp>
    </p:spTree>
    <p:extLst>
      <p:ext uri="{BB962C8B-B14F-4D97-AF65-F5344CB8AC3E}">
        <p14:creationId xmlns:p14="http://schemas.microsoft.com/office/powerpoint/2010/main" val="2765169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13961-6F4D-4F69-B33C-057D20BA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24147-63C2-402A-8AA8-D883A203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28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276BA-7032-43C3-BE58-EA613F36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DEPURAR EL ALGORITMO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66BFC-C4BF-4669-A811-8ECD4964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1C13B-0C1A-4631-832D-89F88CDF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Corrijan solo después de identificar el primer desacuerdo de la traza.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Etiqueten cada cambio: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precisión del vocabulario;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parámetro agregado;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reordenamiento;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verificación agregada;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criterio de salida corregido.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Luego ejecuten nuevamente desde el inicio.</a:t>
            </a:r>
          </a:p>
        </p:txBody>
      </p:sp>
    </p:spTree>
    <p:extLst>
      <p:ext uri="{BB962C8B-B14F-4D97-AF65-F5344CB8AC3E}">
        <p14:creationId xmlns:p14="http://schemas.microsoft.com/office/powerpoint/2010/main" val="12073065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9C81F-8A16-4BB1-9E86-5BC0FB39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DF809-D41C-4DC1-8E88-9B1B7D16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29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9BD39-4423-4945-AC9C-89110A9A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LA OPERACIÓN BÁSICA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2CD33-0633-41D7-8C7F-4EE1829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D7019-A20F-47EF-BDD0-F140C5B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analizar el trabajo, elijan una operación representativa.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Opciones: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número de dobleces;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número de cortes;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número de verificaciones;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total de operaciones primitivas.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Declaren qué cuentan. Cambiar la operación básica cambia el número obtenido.</a:t>
            </a:r>
          </a:p>
        </p:txBody>
      </p:sp>
    </p:spTree>
    <p:extLst>
      <p:ext uri="{BB962C8B-B14F-4D97-AF65-F5344CB8AC3E}">
        <p14:creationId xmlns:p14="http://schemas.microsoft.com/office/powerpoint/2010/main" val="9715634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B1B9F-8CE9-4D31-8BA9-B7965C9D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46B0F-85EC-4EBD-8DEC-44A59B6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30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72E4C-6AB8-4DA4-9BD3-9584FACF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COSTO PARA UNA HOJA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B92D8-CBD8-4214-8A5F-C3DA6C49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31546-5897-403F-971E-41470A30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Supongan que el algoritmo corregido usa: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 dobleces, c cortes y v verificaciones.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contamos todas por igual: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T(1) = d + c +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contamos solo dobleces: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T_d(1) = d</a:t>
            </a:r>
          </a:p>
        </p:txBody>
      </p:sp>
    </p:spTree>
    <p:extLst>
      <p:ext uri="{BB962C8B-B14F-4D97-AF65-F5344CB8AC3E}">
        <p14:creationId xmlns:p14="http://schemas.microsoft.com/office/powerpoint/2010/main" val="20459532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C7B57-03E2-4BA5-97FA-0C4092B4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26CBF-329A-470B-9A73-B79A0587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31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18BCC-FD05-4BEC-B533-8CC641B8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DE UNA HOJA A n HOJAS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973A2-DF08-4452-A7A6-EAEEF929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B0DD1-697A-435C-9377-BCBD5ED4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aplicamos el mismo algoritmo por separado a cada hoja y el costo por hoja es 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T(n) = k·n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Esta expresión depende de supuestos: mismo procedimiento, hojas independientes, sin reutilizar trabajo y sin contar preparación adicional.</a:t>
            </a:r>
          </a:p>
        </p:txBody>
      </p:sp>
    </p:spTree>
    <p:extLst>
      <p:ext uri="{BB962C8B-B14F-4D97-AF65-F5344CB8AC3E}">
        <p14:creationId xmlns:p14="http://schemas.microsoft.com/office/powerpoint/2010/main" val="9237826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F1CBF-1469-4080-B67E-D5A648D1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091A6-A79A-4757-9328-240423D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32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DFE91-74CD-41B7-B1C7-9ED7845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TABLA DE ESCALAMIENTO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B7DD9-F22B-476B-9E00-8D5AFA32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DEFF3-7FA2-43DD-B1C8-97933A0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Completen con su valor de 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 = 1 → T(n)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 = 10 → T(n)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 = 100 → T(n)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 = 1000 → T(n)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Describan el patrón sin usar todavía notación asintótica.</a:t>
            </a:r>
          </a:p>
        </p:txBody>
      </p:sp>
    </p:spTree>
    <p:extLst>
      <p:ext uri="{BB962C8B-B14F-4D97-AF65-F5344CB8AC3E}">
        <p14:creationId xmlns:p14="http://schemas.microsoft.com/office/powerpoint/2010/main" val="20918951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14BF6-4E2E-449C-90CD-1FDB564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A80E9-9D86-4C82-84BD-FD496D1E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33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3F21-BE53-4D5F-B5BE-DD63DE48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TRABAJO TOTAL Y TIEMPO TRANSCURRIDO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2633-A258-439B-8FB5-B2160143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60249-F4E9-411A-B02C-B9A1C7F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Mil personas podrían procesar mil hojas simultáneamente. Eso reduce el tiempo transcurrido, pero no necesariamente el número total de operaciones.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Distingan: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trabajo total;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recursos disponibles;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tiempo de ejecución paralelo.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¿Qué estamos midiendo en T(n)?</a:t>
            </a:r>
          </a:p>
        </p:txBody>
      </p:sp>
    </p:spTree>
    <p:extLst>
      <p:ext uri="{BB962C8B-B14F-4D97-AF65-F5344CB8AC3E}">
        <p14:creationId xmlns:p14="http://schemas.microsoft.com/office/powerpoint/2010/main" val="6324896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21EFB-9741-4DC6-9893-A6A1AF59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67A6F-DD74-4B79-9BC3-D8787B0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34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0CF0E-3CD9-4FD8-9AD6-0F254410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AUDITORÍA ENTRE PAREJAS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8D1C3-44D3-4539-A25F-249B3561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31FB1-A5EE-4193-BB78-E60149D8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Revisen el algoritmo corregido de otra pareja: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¿la entrada está delimitada?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¿la salida es verificable?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¿cada operación tiene parámetros?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¿la traza puede reproducirse?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¿el conteo declara una operación básica?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Escriban una observación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18624628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25766-95A8-4BAB-BE7A-F72D1802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532F4-42EA-498E-947D-5F6745F2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35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B3A02-DCC2-4CC7-9440-636A3CC8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TRANSFERENCIA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DA460-D4EE-4328-9BA7-6BFD4FCF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84A5F-5517-45FD-8F03-C79A7D7F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Elijan una tarea digital conocida: ordenar archivos, registrar una cuenta o buscar un contacto.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 cinco líneas indiquen: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entrada · salida · operación básica · estado · criterio de corrección.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¿Dónde podría aparecer una ambigüedad semejante a la del barco?</a:t>
            </a:r>
          </a:p>
        </p:txBody>
      </p:sp>
    </p:spTree>
    <p:extLst>
      <p:ext uri="{BB962C8B-B14F-4D97-AF65-F5344CB8AC3E}">
        <p14:creationId xmlns:p14="http://schemas.microsoft.com/office/powerpoint/2010/main" val="17326505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6F66B-6DF8-48F5-9512-AE8AB83E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4A18C-079A-400C-8869-20B873B3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36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21BC8-012A-409C-A3A2-0957F7AB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CIERRE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0F085-68B5-4649-AF87-60FB3922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EA427-D52B-46AD-97A7-5755C20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Entrega de salida: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Define algoritmo sin usar la palabra «programa».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Reescribe una instrucción ambigua como operación parametrizada.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Explica qué representa n en T(n)=k·n.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4. Indica una duda que deba resolverse antes de analizar algoritmos más grandes.</a:t>
            </a:r>
          </a:p>
        </p:txBody>
      </p:sp>
    </p:spTree>
    <p:extLst>
      <p:ext uri="{BB962C8B-B14F-4D97-AF65-F5344CB8AC3E}">
        <p14:creationId xmlns:p14="http://schemas.microsoft.com/office/powerpoint/2010/main" val="44936758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262E8-89E5-4BB7-A9B1-59837E5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52619-2197-4880-9E77-2250FDEA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37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E3813-9A40-4D66-8E3B-9D6EA05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IDEA QUE NOS LLEVAMOS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1AA41-A4F5-44F9-BE5A-23E49786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7D3DC-5FDF-4786-A711-E4CD4D7C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 algoritmo no es una intención ni una lista informal de consejos.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 una secuencia finita de operaciones suficientemente precisas para ejecutarse, producir una salida verificable y permitir explicar cuánto trabajo realiza según la entrada.</a:t>
            </a:r>
          </a:p>
        </p:txBody>
      </p:sp>
    </p:spTree>
    <p:extLst>
      <p:ext uri="{BB962C8B-B14F-4D97-AF65-F5344CB8AC3E}">
        <p14:creationId xmlns:p14="http://schemas.microsoft.com/office/powerpoint/2010/main" val="16992279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20A31-259D-49F9-8298-DD324A1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2D777-4D73-420B-8A6C-289C4D87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38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25102-CB93-4655-86DA-1B23B5C9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PRÓXIMA SESIÓN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73465-7F4D-4000-8646-C545D039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EC8FE-5C5A-47D1-902E-2C10F105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Usaremos una misma tarea —sumar los enteros de 1 a n— para comparar tres estrategias.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pregunta ya no será solo «¿funciona?», sino también: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¿qué operaciones realiza y cómo cambia su costo cuando n crece?</a:t>
            </a:r>
          </a:p>
        </p:txBody>
      </p:sp>
    </p:spTree>
    <p:extLst>
      <p:ext uri="{BB962C8B-B14F-4D97-AF65-F5344CB8AC3E}">
        <p14:creationId xmlns:p14="http://schemas.microsoft.com/office/powerpoint/2010/main" val="182561590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1CF3E-D02C-49D0-9879-BF61D82C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7158C-DEC1-4BAB-84DC-62AF40A3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39 /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5D4F-2E3B-4A71-8217-32226EA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FUENTES DE LA SECUENCIA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1B390-CDCE-4D62-BBDE-FCB1E7F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E8DCF-974C-4DF8-822C-0A2DA18A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Material base del curso, páginas 22–89; material Crecimiento de funciones; guiones docentes de entrada–operaciones–salida, conteo de operaciones y crecimiento.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formalización de computabilidad se trabajará posteriormente; no es un objetivo de esta sesión.</a:t>
            </a:r>
          </a:p>
        </p:txBody>
      </p:sp>
    </p:spTree>
    <p:extLst>
      <p:ext uri="{BB962C8B-B14F-4D97-AF65-F5344CB8AC3E}">
        <p14:creationId xmlns:p14="http://schemas.microsoft.com/office/powerpoint/2010/main" val="140831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2026-09-21T18:08:18.5070000Z</dcterms:created>
  <dcterms:modified xsi:type="dcterms:W3CDTF">2026-09-21T18:08:18.5070000Z</dcterms:modified>
</coreProperties>
</file>