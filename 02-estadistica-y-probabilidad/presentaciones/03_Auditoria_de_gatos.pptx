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3 · ¿RESISTEN LOS DATOS UNA CONCLUSIÓN?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Una afirmación para examinar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Un informe afirma que 10, 20 y 30 observaciones demuestran convergencia a 0.57. ¿Qué habría que comprobar?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Cada persona escribe una condición que haría creíble esa afirmación.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0–8 min    ·    Equipo de 4    ·  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3 · ¿RESISTEN LOS DATOS UNA CONCLUSIÓN?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Dos protocolos distintos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Clase 1: entradas a un radio de 3 m durante intervalos de 1 min. PDF: gatos observados durante intervalos de 2 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No mezclen conteos ni comparen sus medias como si midieran la misma variable.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8–18 min    ·    Equipo de 4    · 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3 · ¿RESISTEN LOS DATOS UNA CONCLUSIÓN?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Trabajo de cuatro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1: revisa variable y protocolo. 2: reconstruye frecuencias y media. 3: verifica varianza. 4: evalúa las conclusiones.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Cambien roles antes de la discusión final. Cada persona conserva su hoja de cálculo.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18–24 min    ·    Equipo de 4    · 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3 · ¿RESISTEN LOS DATOS UNA CONCLUSIÓN?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Frecuencias publicadas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Para g=0,1,2,3: n=10 → (5,3,1,1); n=20 → (11,6,2,1); n=30 → (18,8,3,1). Comprueben ∑f(g)=n.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Reconstruyan las sumas ponderadas ∑g f(g)=8, 13 y 17.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24–34 min    ·    Equipo de 4    · 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3 · ¿RESISTEN LOS DATOS UNA CONCLUSIÓN?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Medias verificables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x̄=∑g f(g)/n. Por tanto, x̄₁₀=8/10=0.800; x̄₂₀=13/20=0.650; x̄₃₀=17/30≈0.567.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Estas cifras describen tablas del PDF; ninguna identifica por sí misma una media poblacional.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34–43 min    ·    Equipo de 4    · 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3 · ¿RESISTEN LOS DATOS UNA CONCLUSIÓN?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Varianza: dos definiciones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vₙ=∑(g−x̄)²/n; s²=∑(g−x̄)²/(n−1). Para n=10,20,30: vₙ=(0.9600,0.7275,0.6456); s²=(1.0667,0.7658,0.6678).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Recalculen una columna. El PDF llama s² a valores aproximadamente calculados con divisor 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43–57 min    ·    Equipo de 4    · 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3 · ¿RESISTEN LOS DATOS UNA CONCLUSIÓN?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Integridad aritmética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Con conteos enteros, la media tiene forma k/n, con k entero. Si n=10 y x̄=0.78, entonces k=7.8: imposible.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Comprueben 0.66 con n=20 y 0.571 con n=30. Soliciten registros originales.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57–67 min    ·    Equipo de 4    · 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3 · ¿RESISTEN LOS DATOS UNA CONCLUSIÓN?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Datos frente a estimador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La varianza de los conteos puede subir o bajar cuando n crece. Bajo supuestos adecuados, Var(x̄)=σ²/n describe precisión entre muestras independientes.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Una sola trayectoria de medias no demuestra la ley de los grandes números ni el TCL.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67–76 min    ·    Equipo de 4    · 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3 · ¿RESISTEN LOS DATOS UNA CONCLUSIÓN?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Dictamen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Elijan tres frases del PDF. Tabla: afirmación | datos o cálculo | corrección | evidencia faltante. Incluyan el protocolo incompatible, la varianza y una media imposible.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Cada integrante explica una fila o una objeción; el equipo redacta una conclusión que las tablas sí sostienen.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76–85 min    ·    Equipo de 4    · 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3 · ¿RESISTEN LOS DATOS UNA CONCLUSIÓN?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Salida individual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Escribe una conclusión que las tablas sí sostienen y otra que no sostienen. Explica por qué.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Cada integrante entrega su respuesta; el grupo comparte una corrección prioritaria.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85–90 min    ·    Equipo de 4    · 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