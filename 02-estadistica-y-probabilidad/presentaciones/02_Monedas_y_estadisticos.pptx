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2 · ¿QUÉ CAMBIA ENTRE MUESTRAS?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La predicción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En tres lanzamientos de una moneda, ¿cuántas caras esperas con mayor frecuencia: 0, 1, 2 o 3?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Cada persona predice antes de compartir; expliquen si su predicción presupone moneda equilibrada.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0–8 min    ·    Equipo de 4    ·    1/10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2 · ¿QUÉ CAMBIA ENTRE MUESTRAS?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Experimento y variable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Una corrida = tres lanzamientos. Ω = {CCC, CCS, CSC, SCC, CSS, SCS, SSC, SSS}; X(CCS)=2, X(SSS)=0. X ∈ {0,1,2,3}.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Las ocho secuencias posibles no son ocho corridas observadas. Cinco corridas aportan cinco X.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8–16 min    ·    Equipo de 4    ·    2/10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2 · ¿QUÉ CAMBIA ENTRE MUESTRAS?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Equipos de cuatro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1: lanza. 2: registra la secuencia. 3: verifica cada corrida. 4: coordina el análisis y comunica. Cambien papeles a mitad de la sesión.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El equipo entrega una tabla; cada integrante hará un cierre individual.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16–22 min    ·    Equipo de 4    ·    3/10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2 · ¿QUÉ CAMBIA ENTRE MUESTRAS?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Registro y control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Tabla: corrida i | secuencia de tres símbolos | Xᵢ. Obtengan cinco filas y quince símbolos; ningún Xᵢ puede exceder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El equipo audita la tabla antes de calcular. Cambien roles después de la tercera corrida.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22–35 min    ·    Equipo de 4    ·    4/10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2 · ¿QUÉ CAMBIA ENTRE MUESTRAS?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Medidas de centro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x̄=∑Xᵢ/n; mediana = valor central después de ordenar; moda = valor o valores de frecuencia máxima. Para {0,1,1,3,3}: x̄=1.6, mediana=1, modas=1 y 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Hagan tabla f(x), frecuencia relativa f(x)/5 y diagrama de puntos. Calculen sus tres medidas.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35–50 min    ·    Equipo de 4    ·    5/10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2 · ¿QUÉ CAMBIA ENTRE MUESTRAS?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Medidas de dispersión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Rango = máximo − mínimo. s²=∑(Xᵢ−x̄)²/(n−1); s=√s². Para {0,1,1,3,3}: ∑(Xᵢ−1.6)²=7.2; s²=1.8; s≈1.342.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El divisor n−1 se usa aquí para la varianza muestral; indiquen siempre qué divisor emplean.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50–64 min    ·    Equipo de 4    ·    6/10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2 · ¿QUÉ CAMBIA ENTRE MUESTRAS?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Media igual, dispersión distinta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A={0,1,1,3,3}; B={1,1,2,2,2}. x̄A=x̄B=1.6; s²A=1.8 y s²B=0.3.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Dibujen ambos diagramas de puntos, recalculen y expliquen por qué la media no basta.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64–73 min    ·    Equipo de 4    ·    7/10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2 · ¿QUÉ CAMBIA ENTRE MUESTRAS?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Muestra y modelo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Si P(cara)=0.5 y los lanzamientos son independientes, E(X)=3×0.5=1.5. Es un valor del modelo, mientras x̄ resume cinco corridas.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La distribución binomial formal y sus supuestos se estudiarán en una semana posterior.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73–78 min    ·    Equipo de 4    ·    8/10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2 · ¿QUÉ CAMBIA ENTRE MUESTRAS?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Auditoría entre equipos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Intercambien registro y cálculos. Comprueben límites de X, suma de frecuencias, media, divisor de varianza y conclusión.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El producto común incorpora una corrección recibida o explica por qué no hizo falta.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78–85 min    ·    Equipo de 4    ·    9/10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7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384048"/>
            <a:ext cx="10881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7D3930"/>
                </a:solidFill>
                <a:latin typeface="Aptos"/>
              </a:defRPr>
            </a:pPr>
            <a:r>
              <a:t>SESIÓN 2 · ¿QUÉ CAMBIA ENTRE MUESTRAS?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94360" y="960120"/>
            <a:ext cx="109270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000" b="1">
                <a:solidFill>
                  <a:srgbClr val="162A37"/>
                </a:solidFill>
                <a:latin typeface="Aptos"/>
              </a:defRPr>
            </a:pPr>
            <a:r>
              <a:t>Salida individual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58368" y="1993392"/>
            <a:ext cx="1078992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200" b="0">
                <a:solidFill>
                  <a:srgbClr val="1D313B"/>
                </a:solidFill>
                <a:latin typeface="Aptos"/>
              </a:defRPr>
            </a:pPr>
            <a:r>
              <a:t>Con {0,1,1,3,3}, escribe media y mediana. ¿Una muestra distinta prueba que la moneda está sesgada?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4480560"/>
            <a:ext cx="1060704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800" b="0">
                <a:solidFill>
                  <a:srgbClr val="5E2A27"/>
                </a:solidFill>
                <a:latin typeface="Aptos"/>
              </a:defRPr>
            </a:pPr>
            <a:r>
              <a:t>Cada integrante entrega una respuesta y un límite de su conclusión.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58368" y="6181344"/>
            <a:ext cx="10881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200" b="0">
                <a:solidFill>
                  <a:srgbClr val="505659"/>
                </a:solidFill>
                <a:latin typeface="Aptos"/>
              </a:defRPr>
            </a:pPr>
            <a:r>
              <a:t>85–90 min    ·    Equipo de 4    ·    10/10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